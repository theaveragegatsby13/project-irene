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2a67e29074995" /><Relationship Type="http://schemas.openxmlformats.org/officeDocument/2006/relationships/extended-properties" Target="/docProps/app.xml" Id="R39b76e4ddffa49cf" /><Relationship Type="http://schemas.openxmlformats.org/officeDocument/2006/relationships/officeDocument" Target="/ppt/presentation.xml" Id="R19a867e72e0246e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f63942aea8b4f83"/>
  </p:sldMasterIdLst>
  <p:notesMasterIdLst>
    <p:notesMasterId xmlns:r="http://schemas.openxmlformats.org/officeDocument/2006/relationships" r:id="R885bc2a6276d42dc"/>
  </p:notesMasterIdLst>
  <p:sldIdLst>
    <p:sldId xmlns:r="http://schemas.openxmlformats.org/officeDocument/2006/relationships" id="256" r:id="R5f126e5a2ccb49f6"/>
    <p:sldId xmlns:r="http://schemas.openxmlformats.org/officeDocument/2006/relationships" id="257" r:id="R1e564ede1333451c"/>
    <p:sldId xmlns:r="http://schemas.openxmlformats.org/officeDocument/2006/relationships" id="258" r:id="Rcf089ba9a9f0494f"/>
    <p:sldId xmlns:r="http://schemas.openxmlformats.org/officeDocument/2006/relationships" id="259" r:id="Rfac11cb66a404e93"/>
    <p:sldId xmlns:r="http://schemas.openxmlformats.org/officeDocument/2006/relationships" id="260" r:id="R9c55d8056dd74f07"/>
    <p:sldId xmlns:r="http://schemas.openxmlformats.org/officeDocument/2006/relationships" id="261" r:id="R0d3dc1b1482c45c5"/>
    <p:sldId xmlns:r="http://schemas.openxmlformats.org/officeDocument/2006/relationships" id="262" r:id="R11a957a7631248d3"/>
    <p:sldId xmlns:r="http://schemas.openxmlformats.org/officeDocument/2006/relationships" id="263" r:id="R4a71194a330e4398"/>
    <p:sldId xmlns:r="http://schemas.openxmlformats.org/officeDocument/2006/relationships" id="264" r:id="R2384c5875f084bf8"/>
    <p:sldId xmlns:r="http://schemas.openxmlformats.org/officeDocument/2006/relationships" id="265" r:id="R7b7a2eb83fda415e"/>
    <p:sldId xmlns:r="http://schemas.openxmlformats.org/officeDocument/2006/relationships" id="266" r:id="R62e0612a5fb74201"/>
    <p:sldId xmlns:r="http://schemas.openxmlformats.org/officeDocument/2006/relationships" id="267" r:id="R8c0238d8173b4ede"/>
    <p:sldId xmlns:r="http://schemas.openxmlformats.org/officeDocument/2006/relationships" id="268" r:id="Rdd0f34137c4d49b9"/>
    <p:sldId xmlns:r="http://schemas.openxmlformats.org/officeDocument/2006/relationships" id="269" r:id="R1c43a2e37a874bb7"/>
    <p:sldId xmlns:r="http://schemas.openxmlformats.org/officeDocument/2006/relationships" id="270" r:id="R442825bad2584ab9"/>
    <p:sldId xmlns:r="http://schemas.openxmlformats.org/officeDocument/2006/relationships" id="271" r:id="Rad86e94b0f4548af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35b1a914e1bf49a2"/>
      <p:bold xmlns:r="http://schemas.openxmlformats.org/officeDocument/2006/relationships" r:id="R8efdf34dc4c249a1"/>
    </p:embeddedFont>
    <p:embeddedFont>
      <p:font typeface="Google Sans Flex"/>
      <p:regular xmlns:r="http://schemas.openxmlformats.org/officeDocument/2006/relationships" r:id="R01ae96f1ed8f4746"/>
      <p:bold xmlns:r="http://schemas.openxmlformats.org/officeDocument/2006/relationships" r:id="Ra45dc2c8e4524c32"/>
    </p:embeddedFont>
    <p:embeddedFont>
      <p:font typeface="Google Sans Flex SemiBold"/>
      <p:regular xmlns:r="http://schemas.openxmlformats.org/officeDocument/2006/relationships" r:id="R3b26086c78a64e20"/>
      <p:bold xmlns:r="http://schemas.openxmlformats.org/officeDocument/2006/relationships" r:id="R96543934028b428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53901bea141a5" /><Relationship Type="http://schemas.openxmlformats.org/officeDocument/2006/relationships/slideMaster" Target="/ppt/slideMasters/slideMaster1.xml" Id="R0f63942aea8b4f83" /><Relationship Type="http://schemas.openxmlformats.org/officeDocument/2006/relationships/notesMaster" Target="/ppt/notesMasters/notesMaster1.xml" Id="R885bc2a6276d42dc" /><Relationship Type="http://schemas.openxmlformats.org/officeDocument/2006/relationships/presProps" Target="/ppt/presProps.xml" Id="Rcd6e69f9d0ed4f96" /><Relationship Type="http://schemas.openxmlformats.org/officeDocument/2006/relationships/viewProps" Target="/ppt/viewProps.xml" Id="R4bcab68af4284388" /><Relationship Type="http://schemas.openxmlformats.org/officeDocument/2006/relationships/tableStyles" Target="/ppt/tableStyles.xml" Id="R7cc983733c294736" /><Relationship Type="http://schemas.openxmlformats.org/officeDocument/2006/relationships/font" Target="/ppt/fonts/font.dat" Id="R35b1a914e1bf49a2" /><Relationship Type="http://schemas.openxmlformats.org/officeDocument/2006/relationships/font" Target="/ppt/fonts/font2.dat" Id="R8efdf34dc4c249a1" /><Relationship Type="http://schemas.openxmlformats.org/officeDocument/2006/relationships/font" Target="/ppt/fonts/font3.dat" Id="R01ae96f1ed8f4746" /><Relationship Type="http://schemas.openxmlformats.org/officeDocument/2006/relationships/font" Target="/ppt/fonts/font4.dat" Id="Ra45dc2c8e4524c32" /><Relationship Type="http://schemas.openxmlformats.org/officeDocument/2006/relationships/font" Target="/ppt/fonts/font5.dat" Id="R3b26086c78a64e20" /><Relationship Type="http://schemas.openxmlformats.org/officeDocument/2006/relationships/font" Target="/ppt/fonts/font6.dat" Id="R96543934028b428e" /><Relationship Type="http://schemas.openxmlformats.org/officeDocument/2006/relationships/slide" Target="/ppt/slides/slide1.xml" Id="R5f126e5a2ccb49f6" /><Relationship Type="http://schemas.openxmlformats.org/officeDocument/2006/relationships/slide" Target="/ppt/slides/slide2.xml" Id="R1e564ede1333451c" /><Relationship Type="http://schemas.openxmlformats.org/officeDocument/2006/relationships/slide" Target="/ppt/slides/slide3.xml" Id="Rcf089ba9a9f0494f" /><Relationship Type="http://schemas.openxmlformats.org/officeDocument/2006/relationships/slide" Target="/ppt/slides/slide4.xml" Id="Rfac11cb66a404e93" /><Relationship Type="http://schemas.openxmlformats.org/officeDocument/2006/relationships/slide" Target="/ppt/slides/slide5.xml" Id="R9c55d8056dd74f07" /><Relationship Type="http://schemas.openxmlformats.org/officeDocument/2006/relationships/slide" Target="/ppt/slides/slide6.xml" Id="R0d3dc1b1482c45c5" /><Relationship Type="http://schemas.openxmlformats.org/officeDocument/2006/relationships/slide" Target="/ppt/slides/slide7.xml" Id="R11a957a7631248d3" /><Relationship Type="http://schemas.openxmlformats.org/officeDocument/2006/relationships/slide" Target="/ppt/slides/slide8.xml" Id="R4a71194a330e4398" /><Relationship Type="http://schemas.openxmlformats.org/officeDocument/2006/relationships/slide" Target="/ppt/slides/slide9.xml" Id="R2384c5875f084bf8" /><Relationship Type="http://schemas.openxmlformats.org/officeDocument/2006/relationships/slide" Target="/ppt/slides/slide10.xml" Id="R7b7a2eb83fda415e" /><Relationship Type="http://schemas.openxmlformats.org/officeDocument/2006/relationships/slide" Target="/ppt/slides/slide11.xml" Id="R62e0612a5fb74201" /><Relationship Type="http://schemas.openxmlformats.org/officeDocument/2006/relationships/slide" Target="/ppt/slides/slide12.xml" Id="R8c0238d8173b4ede" /><Relationship Type="http://schemas.openxmlformats.org/officeDocument/2006/relationships/slide" Target="/ppt/slides/slide13.xml" Id="Rdd0f34137c4d49b9" /><Relationship Type="http://schemas.openxmlformats.org/officeDocument/2006/relationships/slide" Target="/ppt/slides/slide14.xml" Id="R1c43a2e37a874bb7" /><Relationship Type="http://schemas.openxmlformats.org/officeDocument/2006/relationships/slide" Target="/ppt/slides/slide15.xml" Id="R442825bad2584ab9" /><Relationship Type="http://schemas.openxmlformats.org/officeDocument/2006/relationships/slide" Target="/ppt/slides/slide16.xml" Id="Rad86e94b0f4548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1e5ad9bdb44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045dc18ac94ef4" /><Relationship Type="http://schemas.openxmlformats.org/officeDocument/2006/relationships/notesMaster" Target="/ppt/notesMasters/notesMaster1.xml" Id="Rcf8025015dd9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8815cee9a4aa5" /><Relationship Type="http://schemas.openxmlformats.org/officeDocument/2006/relationships/notesMaster" Target="/ppt/notesMasters/notesMaster1.xml" Id="R966f1a1143ee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2542c7a27749fd" /><Relationship Type="http://schemas.openxmlformats.org/officeDocument/2006/relationships/notesMaster" Target="/ppt/notesMasters/notesMaster1.xml" Id="R71eae8ebfe1340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c888dd3761469b" /><Relationship Type="http://schemas.openxmlformats.org/officeDocument/2006/relationships/notesMaster" Target="/ppt/notesMasters/notesMaster1.xml" Id="R1ee7e572fcb84a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87784de8894854" /><Relationship Type="http://schemas.openxmlformats.org/officeDocument/2006/relationships/notesMaster" Target="/ppt/notesMasters/notesMaster1.xml" Id="R799029b347bf42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1fde610ce4f68" /><Relationship Type="http://schemas.openxmlformats.org/officeDocument/2006/relationships/notesMaster" Target="/ppt/notesMasters/notesMaster1.xml" Id="R673c117889ed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1b8889ea4a48ee" /><Relationship Type="http://schemas.openxmlformats.org/officeDocument/2006/relationships/notesMaster" Target="/ppt/notesMasters/notesMaster1.xml" Id="R887118d321ce47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5dcdb110444f1" /><Relationship Type="http://schemas.openxmlformats.org/officeDocument/2006/relationships/notesMaster" Target="/ppt/notesMasters/notesMaster1.xml" Id="R609e9dbee99047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9c564cb6640ba" /><Relationship Type="http://schemas.openxmlformats.org/officeDocument/2006/relationships/notesMaster" Target="/ppt/notesMasters/notesMaster1.xml" Id="R5c1119158e5f45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5f28b83476468c" /><Relationship Type="http://schemas.openxmlformats.org/officeDocument/2006/relationships/notesMaster" Target="/ppt/notesMasters/notesMaster1.xml" Id="R04298c9a91e7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3bc7c60c1544f6" /><Relationship Type="http://schemas.openxmlformats.org/officeDocument/2006/relationships/notesMaster" Target="/ppt/notesMasters/notesMaster1.xml" Id="R94c68cd4830846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dcad3fcd6a4cf1" /><Relationship Type="http://schemas.openxmlformats.org/officeDocument/2006/relationships/notesMaster" Target="/ppt/notesMasters/notesMaster1.xml" Id="Rdcf5fc0dedbb45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7789483e954e31" /><Relationship Type="http://schemas.openxmlformats.org/officeDocument/2006/relationships/notesMaster" Target="/ppt/notesMasters/notesMaster1.xml" Id="R6090095452bd44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502a75fc424d1e" /><Relationship Type="http://schemas.openxmlformats.org/officeDocument/2006/relationships/notesMaster" Target="/ppt/notesMasters/notesMaster1.xml" Id="Rda921110a54f47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f5a21f20164985" /><Relationship Type="http://schemas.openxmlformats.org/officeDocument/2006/relationships/notesMaster" Target="/ppt/notesMasters/notesMaster1.xml" Id="R386734b20cd945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e91730745c42da" /><Relationship Type="http://schemas.openxmlformats.org/officeDocument/2006/relationships/notesMaster" Target="/ppt/notesMasters/notesMaster1.xml" Id="R578ec40d600348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Irene | Model Citizens | Team leader: Debadrita Dutta. Theme: Sustainability &amp; Social Impact, with a social-good and healthcare-access focus. Founder motivation is the personal experience supplied by the team leader, not a population study.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Founder story paraphrased from the user’s own account. Pause after “they would worry.” This is the emotional starting point, not evidence of market demand. Current implementation evidence: frontend/src/Workspace.jsx; backend workflow/ExperienceService.java; docs/DEPLOYMENT_STATUS.md, verified 10 October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Positioning is a product hypothesis, not a claim of being the first or only group-support platform. The product does not guarantee confidentiality among group members, clinical suitability or lower total operating cost. Societal theme source: https://aibuildercup.com/themes.html (accessed 10 October 2026).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features, not future promises. Gemini embeddings contribute to similarity ranking; hard filters and professional review remain separate. Meet URLs are supplied manually; calendar integration is an ICS download, not a Google Calendar API integration. No payments are collected. Evidence: application workflow and deployment verification.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Workflow implemented in ExperienceService.java and matching services. Risk signal is experimental, not a clinically validated detector. Human review is mandatory and there is no live crisis monitoring. Shape boxes and connectors are editable.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Actual deployed-app screenshots recorded 10 October 2026. All participant information shown is fictional. Images are cropped for readability without changing UI or values. Coral interface refined with Google Stitch; React/Vite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Actual deployed architecture as of 10 October 2026. Firebase Hosting Spark; Cloud Run asia-south1 minimum 0, maximum 2; Supabase PostgreSQL Free, session pooler; Secret Manager runtime identity. Gemini Developer API, not Vertex AI. Cloud SQL, Firebase Authentication, Firestore, ADK, Gemma, DLP and automated Workspace APIs are not implemented. Evidence: docs/DEPLOYMENT_STATUS.md, application-hosted.yml, GoogleAiService.java, cloudbuild.yaml.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status, not a wishlist. Gemini generation model configured as gemini-3.5-flash-lite; embeddings gemini-embedding-001 (768 dimensions). Model identifiers are configurable. Refer to docs/DEPLOYMENT_STATUS.md and backend/src/main/java/com/irene/irene/ai/service/GoogleAiService.java. Google AI Studio can support API experimentation but is not claimed as a deployed component.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billed expenditure or revenue measurement is claimed. Cost target assumes very light demo traffic within free/trial allowances, excluding professional time and development labor. Cloud Run min0 max2 do not cap total spending. Sources: https://firebase.google.com/pricing ; https://cloud.google.com/run/pricing ; https://ai.google.dev/gemini-api/docs/pricing ; https://supabase.com/pricing . Configuration evidence: docs/DEPLOYMENT_STATUS.md. Fee arithmetic is an illustrative team assumption.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Actual live-app screenshots, fictional demo only. Demo fee INR1,000 divided by 2 invited participants gives INR500 per participant. No real payment, appointment or Meet room was created. The video-created circle was cancelled after capture.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verification dated 10 October 2026, not a benchmark against competitors. Evidence: docs/DEPLOYMENT_STATUS.md; backend/target/surefire-reports; frontend/tests/authRouting.test.js; prior live release verification. Counts refer to software checks and fictional workflows, not patients. No latency, model-accuracy or clinical-outcome percentages are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Roadmap and potential channels only: no confirmed clinician partnership, campus contract, pilot participants or revenue. Before a real-health-data pilot, professional, legal, privacy and operational review would be required. This prototype is restricted to fictional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 and deployment links must be checked without account access before submission. Google Drive demo is shared with anyone who has the link as a viewer. Prepared video: docs/submission/video/Irene-Demo-English.mp4, under three minutes, 1920x1080 with a youthful Aoede synthetic voice and captions.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Theme alignment: https://aibuildercup.com/themes.html . Founder motivation supplied directly by Debadrita Dutta. Impact is intended, not yet demonstrated through a real-user study. Closing sentiment is original pitch copy based on that experience.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76baaf15d45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3370743364f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b81d0a5cc44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209a69f114b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d1f7f90264b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3c0e262c141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86444327d4f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e58e487a140d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a228b5a2e4d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29dde9042405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996836853486d" 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matchingName="Title slide" type="title">
  <ns0:cSld name="TITLE">
    <ns0:spTree>
      <ns0:nvGrpSpPr>
        <ns0:cNvPr id="1" name=""/>
        <ns0:cNvGrpSpPr/>
        <ns0:nvPr/>
      </ns0:nvGrpSpPr>
      <ns0:grpSpPr>
        <ns1:xfrm/>
      </ns0:grpSpPr>
      <ns0:sp>
        <ns0:nvSpPr>
          <ns0:cNvPr id="10" name="Google Shape;10;p2">
            <ns1:extLst>
              <ns1:ext uri="{FF2B5EF4-FFF2-40B4-BE49-F238E27FC236}">
                <ns2:creationId id="{25C1FFE6-8860-45AE-A630-B8EAEF292741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>
          <ns1:xfrm>
            <ns1:off x="311708" y="744575"/>
            <ns1:ext cx="8520600" cy="2052600"/>
          </ns1:xfrm>
          <ns1:prstGeom prst="rect">
            <ns1:avLst/>
          </ns1:prstGeom>
        </ns0:spPr>
        <ns0:txBody>
          <ns1:bodyPr spcFirstLastPara="1" wrap="square" lIns="91425" tIns="91425" rIns="91425" bIns="91425" anchor="b">
            <ns1:normAutofit/>
          </ns1:bodyPr>
          <ns1:lstStyle>
            <ns1:lvl1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1pPr>
            <ns1:lvl2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2pPr>
            <ns1:lvl3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3pPr>
            <ns1:lvl4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4pPr>
            <ns1:lvl5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5pPr>
            <ns1:lvl6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6pPr>
            <ns1:lvl7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7pPr>
            <ns1:lvl8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8pPr>
            <ns1:lvl9pPr algn="ctr">
              <ns1:spcBef>
                <ns1:spcPts val="0"/>
              </ns1:spcBef>
              <ns1:spcAft>
                <ns1:spcPts val="0"/>
              </ns1:spcAft>
              <ns1:buSzPts val="5200"/>
              <ns1:buNone/>
              <ns1:defRPr sz="5200"/>
            </ns1:lvl9pPr>
          </ns1:lstStyle>
          <ns1:p/>
        </ns0:txBody>
      </ns0:sp>
      <ns0:sp>
        <ns0:nvSpPr>
          <ns0:cNvPr id="11" name="Google Shape;11;p2">
            <ns1:extLst>
              <ns1:ext uri="{FF2B5EF4-FFF2-40B4-BE49-F238E27FC236}">
                <ns2:creationId id="{5BC6AF1F-13CB-4412-819E-387A2787DA8B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311700" y="2834125"/>
            <ns1:ext cx="8520600" cy="7926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1pPr>
            <ns1:lvl2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2pPr>
            <ns1:lvl3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3pPr>
            <ns1:lvl4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4pPr>
            <ns1:lvl5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5pPr>
            <ns1:lvl6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6pPr>
            <ns1:lvl7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7pPr>
            <ns1:lvl8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8pPr>
            <ns1:lvl9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 sz="2800"/>
            </ns1:lvl9pPr>
          </ns1:lstStyle>
          <ns1:p/>
        </ns0:txBody>
      </ns0:sp>
      <ns0:sp>
        <ns0:nvSpPr>
          <ns0:cNvPr id="12" name="Google Shape;12;p2">
            <ns1:extLst>
              <ns1:ext uri="{FF2B5EF4-FFF2-40B4-BE49-F238E27FC236}">
                <ns2:creationId id="{52D72623-9361-4749-AED5-D8381E6046CA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matchingName="Section header" type="secHead">
  <ns0:cSld name="SECTION_HEADER">
    <ns0:spTree>
      <ns0:nvGrpSpPr>
        <ns0:cNvPr id="1" name=""/>
        <ns0:cNvGrpSpPr/>
        <ns0:nvPr/>
      </ns0:nvGrpSpPr>
      <ns0:grpSpPr>
        <ns1:xfrm/>
      </ns0:grpSpPr>
      <ns0:sp>
        <ns0:nvSpPr>
          <ns0:cNvPr id="14" name="Google Shape;14;p3">
            <ns1:extLst>
              <ns1:ext uri="{FF2B5EF4-FFF2-40B4-BE49-F238E27FC236}">
                <ns2:creationId id="{49A423D7-1567-4DF9-BFAD-E34C5ED6013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2150850"/>
            <ns1:ext cx="8520600" cy="8418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1pPr>
            <ns1:lvl2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2pPr>
            <ns1:lvl3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3pPr>
            <ns1:lvl4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4pPr>
            <ns1:lvl5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5pPr>
            <ns1:lvl6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6pPr>
            <ns1:lvl7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7pPr>
            <ns1:lvl8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8pPr>
            <ns1:lvl9pPr algn="ctr">
              <ns1:spcBef>
                <ns1:spcPts val="0"/>
              </ns1:spcBef>
              <ns1:spcAft>
                <ns1:spcPts val="0"/>
              </ns1:spcAft>
              <ns1:buSzPts val="3600"/>
              <ns1:buNone/>
              <ns1:defRPr sz="3600"/>
            </ns1:lvl9pPr>
          </ns1:lstStyle>
          <ns1:p/>
        </ns0:txBody>
      </ns0:sp>
      <ns0:sp>
        <ns0:nvSpPr>
          <ns0:cNvPr id="15" name="Google Shape;15;p3">
            <ns1:extLst>
              <ns1:ext uri="{FF2B5EF4-FFF2-40B4-BE49-F238E27FC236}">
                <ns2:creationId id="{CD37AFAF-5AFA-4DEA-A414-5248D09371BC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matchingName="Title and body">
  <ns0:cSld name="TITLE_AND_BODY">
    <ns0:spTree>
      <ns0:nvGrpSpPr>
        <ns0:cNvPr id="1" name=""/>
        <ns0:cNvGrpSpPr/>
        <ns0:nvPr/>
      </ns0:nvGrpSpPr>
      <ns0:grpSpPr>
        <ns1:xfrm/>
      </ns0:grpSpPr>
      <ns0:sp>
        <ns0:nvSpPr>
          <ns0:cNvPr id="17" name="Google Shape;17;p4">
            <ns1:extLst>
              <ns1:ext uri="{FF2B5EF4-FFF2-40B4-BE49-F238E27FC236}">
                <ns2:creationId id="{1D909D46-C574-49ED-94BD-BDB4DB17D9B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445025"/>
            <ns1:ext cx="8520600" cy="5727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1pPr>
            <ns1:lvl2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2pPr>
            <ns1:lvl3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3pPr>
            <ns1:lvl4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4pPr>
            <ns1:lvl5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5pPr>
            <ns1:lvl6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6pPr>
            <ns1:lvl7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7pPr>
            <ns1:lvl8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8pPr>
            <ns1:lvl9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9pPr>
          </ns1:lstStyle>
          <ns1:p/>
        </ns0:txBody>
      </ns0:sp>
      <ns0:sp>
        <ns0:nvSpPr>
          <ns0:cNvPr id="18" name="Google Shape;18;p4">
            <ns1:extLst>
              <ns1:ext uri="{FF2B5EF4-FFF2-40B4-BE49-F238E27FC236}">
                <ns2:creationId id="{9A54EE1D-2A4D-4CC3-B37B-CAE5AD93D1BC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1152475"/>
            <ns1:ext cx="8520600" cy="34164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42900">
              <ns1:spcBef>
                <ns1:spcPts val="0"/>
              </ns1:spcBef>
              <ns1:spcAft>
                <ns1:spcPts val="0"/>
              </ns1:spcAft>
              <ns1:buSzPts val="1800"/>
              <ns1:buChar char="●"/>
              <ns1:defRPr/>
            </ns1:lvl1pPr>
            <ns1:lvl2pPr marL="9144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2pPr>
            <ns1:lvl3pPr marL="13716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3pPr>
            <ns1:lvl4pPr marL="18288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4pPr>
            <ns1:lvl5pPr marL="22860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5pPr>
            <ns1:lvl6pPr marL="27432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6pPr>
            <ns1:lvl7pPr marL="32004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7pPr>
            <ns1:lvl8pPr marL="36576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8pPr>
            <ns1:lvl9pPr marL="41148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9pPr>
          </ns1:lstStyle>
          <ns1:p/>
        </ns0:txBody>
      </ns0:sp>
      <ns0:sp>
        <ns0:nvSpPr>
          <ns0:cNvPr id="19" name="Google Shape;19;p4">
            <ns1:extLst>
              <ns1:ext uri="{FF2B5EF4-FFF2-40B4-BE49-F238E27FC236}">
                <ns2:creationId id="{1A15E81C-A28D-4ED9-A33E-16C6D41463E1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drawing/2014/main" matchingName="Title and two columns">
  <ns0:cSld name="TITLE_AND_TWO_COLUMNS">
    <ns0:spTree>
      <ns0:nvGrpSpPr>
        <ns0:cNvPr id="1" name=""/>
        <ns0:cNvGrpSpPr/>
        <ns0:nvPr/>
      </ns0:nvGrpSpPr>
      <ns0:grpSpPr>
        <ns1:xfrm/>
      </ns0:grpSpPr>
      <ns0:sp>
        <ns0:nvSpPr>
          <ns0:cNvPr id="21" name="Google Shape;21;p5">
            <ns1:extLst>
              <ns1:ext uri="{FF2B5EF4-FFF2-40B4-BE49-F238E27FC236}">
                <ns2:creationId id="{13D8140C-7440-4561-B4FD-B96BA17343C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445025"/>
            <ns1:ext cx="8520600" cy="5727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1pPr>
            <ns1:lvl2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2pPr>
            <ns1:lvl3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3pPr>
            <ns1:lvl4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4pPr>
            <ns1:lvl5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5pPr>
            <ns1:lvl6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6pPr>
            <ns1:lvl7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7pPr>
            <ns1:lvl8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8pPr>
            <ns1:lvl9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9pPr>
          </ns1:lstStyle>
          <ns1:p/>
        </ns0:txBody>
      </ns0:sp>
      <ns0:sp>
        <ns0:nvSpPr>
          <ns0:cNvPr id="22" name="Google Shape;22;p5">
            <ns1:extLst>
              <ns1:ext uri="{FF2B5EF4-FFF2-40B4-BE49-F238E27FC236}">
                <ns2:creationId id="{70AC46A6-2BD7-4648-867F-938633A225C9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1152475"/>
            <ns1:ext cx="3999900" cy="34164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 sz="1400"/>
            </ns1:lvl1pPr>
            <ns1:lvl2pPr marL="914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2pPr>
            <ns1:lvl3pPr marL="1371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3pPr>
            <ns1:lvl4pPr marL="1828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4pPr>
            <ns1:lvl5pPr marL="22860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5pPr>
            <ns1:lvl6pPr marL="27432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6pPr>
            <ns1:lvl7pPr marL="3200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7pPr>
            <ns1:lvl8pPr marL="3657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8pPr>
            <ns1:lvl9pPr marL="4114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9pPr>
          </ns1:lstStyle>
          <ns1:p/>
        </ns0:txBody>
      </ns0:sp>
      <ns0:sp>
        <ns0:nvSpPr>
          <ns0:cNvPr id="23" name="Google Shape;23;p5">
            <ns1:extLst>
              <ns1:ext uri="{FF2B5EF4-FFF2-40B4-BE49-F238E27FC236}">
                <ns2:creationId id="{1BE54541-DB1E-4CE0-9CEC-5888FD95DB20}"/>
              </ns1:ext>
            </ns1:extLst>
          </ns0:cNvPr>
          <ns0:cNvSpPr>
            <ns1:spLocks noGrp="1"/>
          </ns0:cNvSpPr>
          <ns0:nvPr>
            <ns0:ph type="body" idx="2"/>
          </ns0:nvPr>
        </ns0:nvSpPr>
        <ns0:spPr>
          <ns1:xfrm>
            <ns1:off x="4832400" y="1152475"/>
            <ns1:ext cx="3999900" cy="34164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 sz="1400"/>
            </ns1:lvl1pPr>
            <ns1:lvl2pPr marL="914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2pPr>
            <ns1:lvl3pPr marL="1371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3pPr>
            <ns1:lvl4pPr marL="1828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4pPr>
            <ns1:lvl5pPr marL="22860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5pPr>
            <ns1:lvl6pPr marL="27432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6pPr>
            <ns1:lvl7pPr marL="3200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7pPr>
            <ns1:lvl8pPr marL="3657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8pPr>
            <ns1:lvl9pPr marL="4114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9pPr>
          </ns1:lstStyle>
          <ns1:p/>
        </ns0:txBody>
      </ns0:sp>
      <ns0:sp>
        <ns0:nvSpPr>
          <ns0:cNvPr id="24" name="Google Shape;24;p5">
            <ns1:extLst>
              <ns1:ext uri="{FF2B5EF4-FFF2-40B4-BE49-F238E27FC236}">
                <ns2:creationId id="{8DC0D989-2C3D-4445-A700-BDBFD1AD07F8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drawing/2014/main" matchingName="Title only" type="titleOnly">
  <ns0:cSld name="TITLE_ONLY">
    <ns0:spTree>
      <ns0:nvGrpSpPr>
        <ns0:cNvPr id="1" name=""/>
        <ns0:cNvGrpSpPr/>
        <ns0:nvPr/>
      </ns0:nvGrpSpPr>
      <ns0:grpSpPr>
        <ns1:xfrm/>
      </ns0:grpSpPr>
      <ns0:sp>
        <ns0:nvSpPr>
          <ns0:cNvPr id="26" name="Google Shape;26;p6">
            <ns1:extLst>
              <ns1:ext uri="{FF2B5EF4-FFF2-40B4-BE49-F238E27FC236}">
                <ns2:creationId id="{A5BBADF8-3719-46D0-961F-FF6DE8C305D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445025"/>
            <ns1:ext cx="8520600" cy="5727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1pPr>
            <ns1:lvl2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2pPr>
            <ns1:lvl3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3pPr>
            <ns1:lvl4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4pPr>
            <ns1:lvl5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5pPr>
            <ns1:lvl6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6pPr>
            <ns1:lvl7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7pPr>
            <ns1:lvl8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8pPr>
            <ns1:lvl9pPr>
              <ns1:spcBef>
                <ns1:spcPts val="0"/>
              </ns1:spcBef>
              <ns1:spcAft>
                <ns1:spcPts val="0"/>
              </ns1:spcAft>
              <ns1:buSzPts val="2800"/>
              <ns1:buNone/>
              <ns1:defRPr/>
            </ns1:lvl9pPr>
          </ns1:lstStyle>
          <ns1:p/>
        </ns0:txBody>
      </ns0:sp>
      <ns0:sp>
        <ns0:nvSpPr>
          <ns0:cNvPr id="27" name="Google Shape;27;p6">
            <ns1:extLst>
              <ns1:ext uri="{FF2B5EF4-FFF2-40B4-BE49-F238E27FC236}">
                <ns2:creationId id="{3A5E224D-A7D0-4EAE-97AC-5903D328A480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drawing/2014/main" matchingName="One column text">
  <ns0:cSld name="ONE_COLUMN_TEXT">
    <ns0:spTree>
      <ns0:nvGrpSpPr>
        <ns0:cNvPr id="1" name=""/>
        <ns0:cNvGrpSpPr/>
        <ns0:nvPr/>
      </ns0:nvGrpSpPr>
      <ns0:grpSpPr>
        <ns1:xfrm/>
      </ns0:grpSpPr>
      <ns0:sp>
        <ns0:nvSpPr>
          <ns0:cNvPr id="29" name="Google Shape;29;p7">
            <ns1:extLst>
              <ns1:ext uri="{FF2B5EF4-FFF2-40B4-BE49-F238E27FC236}">
                <ns2:creationId id="{F86AFB59-296F-455D-AD73-D5402E6AADB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555600"/>
            <ns1:ext cx="2808000" cy="755700"/>
          </ns1:xfrm>
          <ns1:prstGeom prst="rect">
            <ns1:avLst/>
          </ns1:prstGeom>
        </ns0:spPr>
        <ns0:txBody>
          <ns1:bodyPr spcFirstLastPara="1" wrap="square" lIns="91425" tIns="91425" rIns="91425" bIns="91425" anchor="b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1pPr>
            <ns1:lvl2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2pPr>
            <ns1:lvl3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3pPr>
            <ns1:lvl4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4pPr>
            <ns1:lvl5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5pPr>
            <ns1:lvl6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6pPr>
            <ns1:lvl7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7pPr>
            <ns1:lvl8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8pPr>
            <ns1:lvl9pPr>
              <ns1:spcBef>
                <ns1:spcPts val="0"/>
              </ns1:spcBef>
              <ns1:spcAft>
                <ns1:spcPts val="0"/>
              </ns1:spcAft>
              <ns1:buSzPts val="2400"/>
              <ns1:buNone/>
              <ns1:defRPr sz="2400"/>
            </ns1:lvl9pPr>
          </ns1:lstStyle>
          <ns1:p/>
        </ns0:txBody>
      </ns0:sp>
      <ns0:sp>
        <ns0:nvSpPr>
          <ns0:cNvPr id="30" name="Google Shape;30;p7">
            <ns1:extLst>
              <ns1:ext uri="{FF2B5EF4-FFF2-40B4-BE49-F238E27FC236}">
                <ns2:creationId id="{6BDF9F9F-7D92-4A4A-8125-4DC0CFEB98C7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1389600"/>
            <ns1:ext cx="2808000" cy="31794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1pPr>
            <ns1:lvl2pPr marL="914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2pPr>
            <ns1:lvl3pPr marL="1371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3pPr>
            <ns1:lvl4pPr marL="1828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4pPr>
            <ns1:lvl5pPr marL="22860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5pPr>
            <ns1:lvl6pPr marL="27432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6pPr>
            <ns1:lvl7pPr marL="32004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●"/>
              <ns1:defRPr sz="1200"/>
            </ns1:lvl7pPr>
            <ns1:lvl8pPr marL="36576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○"/>
              <ns1:defRPr sz="1200"/>
            </ns1:lvl8pPr>
            <ns1:lvl9pPr marL="4114800" indent="-304800">
              <ns1:spcBef>
                <ns1:spcPts val="0"/>
              </ns1:spcBef>
              <ns1:spcAft>
                <ns1:spcPts val="0"/>
              </ns1:spcAft>
              <ns1:buSzPts val="1200"/>
              <ns1:buChar char="■"/>
              <ns1:defRPr sz="1200"/>
            </ns1:lvl9pPr>
          </ns1:lstStyle>
          <ns1:p/>
        </ns0:txBody>
      </ns0:sp>
      <ns0:sp>
        <ns0:nvSpPr>
          <ns0:cNvPr id="31" name="Google Shape;31;p7">
            <ns1:extLst>
              <ns1:ext uri="{FF2B5EF4-FFF2-40B4-BE49-F238E27FC236}">
                <ns2:creationId id="{28C45F07-9A14-4E3D-9CBD-6E682D1D017C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drawing/2014/main" matchingName="Main point">
  <ns0:cSld name="MAIN_POINT">
    <ns0:spTree>
      <ns0:nvGrpSpPr>
        <ns0:cNvPr id="1" name=""/>
        <ns0:cNvGrpSpPr/>
        <ns0:nvPr/>
      </ns0:nvGrpSpPr>
      <ns0:grpSpPr>
        <ns1:xfrm/>
      </ns0:grpSpPr>
      <ns0:sp>
        <ns0:nvSpPr>
          <ns0:cNvPr id="33" name="Google Shape;33;p8">
            <ns1:extLst>
              <ns1:ext uri="{FF2B5EF4-FFF2-40B4-BE49-F238E27FC236}">
                <ns2:creationId id="{0FAC9F41-A757-4426-BBA2-431CFA39554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490250" y="450150"/>
            <ns1:ext cx="6367800" cy="40908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1pPr>
            <ns1:lvl2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2pPr>
            <ns1:lvl3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3pPr>
            <ns1:lvl4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4pPr>
            <ns1:lvl5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5pPr>
            <ns1:lvl6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6pPr>
            <ns1:lvl7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7pPr>
            <ns1:lvl8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8pPr>
            <ns1:lvl9pPr>
              <ns1:spcBef>
                <ns1:spcPts val="0"/>
              </ns1:spcBef>
              <ns1:spcAft>
                <ns1:spcPts val="0"/>
              </ns1:spcAft>
              <ns1:buSzPts val="4800"/>
              <ns1:buNone/>
              <ns1:defRPr sz="4800"/>
            </ns1:lvl9pPr>
          </ns1:lstStyle>
          <ns1:p/>
        </ns0:txBody>
      </ns0:sp>
      <ns0:sp>
        <ns0:nvSpPr>
          <ns0:cNvPr id="34" name="Google Shape;34;p8">
            <ns1:extLst>
              <ns1:ext uri="{FF2B5EF4-FFF2-40B4-BE49-F238E27FC236}">
                <ns2:creationId id="{5E11DE94-4356-4A5C-A950-A4B9ADB92724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drawing/2014/main" matchingName="Section title and description">
  <ns0:cSld name="SECTION_TITLE_AND_DESCRIPTION">
    <ns0:spTree>
      <ns0:nvGrpSpPr>
        <ns0:cNvPr id="1" name=""/>
        <ns0:cNvGrpSpPr/>
        <ns0:nvPr/>
      </ns0:nvGrpSpPr>
      <ns0:grpSpPr>
        <ns1:xfrm/>
      </ns0:grpSpPr>
      <ns0:sp>
        <ns0:nvSpPr>
          <ns0:cNvPr id="36" name="Google Shape;36;p9">
            <ns1:extLst>
              <ns1:ext uri="{FF2B5EF4-FFF2-40B4-BE49-F238E27FC236}">
                <ns2:creationId id="{94F569B0-0F2C-4A44-B8A2-2A2894E459A9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-125"/>
            <ns1:ext cx="4572000" cy="5143500"/>
          </ns1:xfrm>
          <ns1:prstGeom prst="rect">
            <ns1:avLst/>
          </ns1:prstGeom>
          <ns1:solidFill>
            <ns1:schemeClr val="lt2"/>
          </ns1:solidFill>
          <ns1:ln>
            <ns1:noFill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37" name="Google Shape;37;p9">
            <ns1:extLst>
              <ns1:ext uri="{FF2B5EF4-FFF2-40B4-BE49-F238E27FC236}">
                <ns2:creationId id="{CBF204C2-4D65-4ED3-A7AA-AF93C5A6FFE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265500" y="1233175"/>
            <ns1:ext cx="4045200" cy="1482300"/>
          </ns1:xfrm>
          <ns1:prstGeom prst="rect">
            <ns1:avLst/>
          </ns1:prstGeom>
        </ns0:spPr>
        <ns0:txBody>
          <ns1:bodyPr spcFirstLastPara="1" wrap="square" lIns="91425" tIns="91425" rIns="91425" bIns="91425" anchor="b">
            <ns1:normAutofit/>
          </ns1:bodyPr>
          <ns1:lstStyle>
            <ns1:lvl1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1pPr>
            <ns1:lvl2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2pPr>
            <ns1:lvl3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3pPr>
            <ns1:lvl4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4pPr>
            <ns1:lvl5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5pPr>
            <ns1:lvl6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6pPr>
            <ns1:lvl7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7pPr>
            <ns1:lvl8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8pPr>
            <ns1:lvl9pPr algn="ctr">
              <ns1:spcBef>
                <ns1:spcPts val="0"/>
              </ns1:spcBef>
              <ns1:spcAft>
                <ns1:spcPts val="0"/>
              </ns1:spcAft>
              <ns1:buSzPts val="4200"/>
              <ns1:buNone/>
              <ns1:defRPr sz="4200"/>
            </ns1:lvl9pPr>
          </ns1:lstStyle>
          <ns1:p/>
        </ns0:txBody>
      </ns0:sp>
      <ns0:sp>
        <ns0:nvSpPr>
          <ns0:cNvPr id="38" name="Google Shape;38;p9">
            <ns1:extLst>
              <ns1:ext uri="{FF2B5EF4-FFF2-40B4-BE49-F238E27FC236}">
                <ns2:creationId id="{20B02E30-129B-4D25-8EA3-9D58E3B4F4CB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265500" y="2803075"/>
            <ns1:ext cx="4045200" cy="12351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1pPr>
            <ns1:lvl2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2pPr>
            <ns1:lvl3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3pPr>
            <ns1:lvl4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4pPr>
            <ns1:lvl5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5pPr>
            <ns1:lvl6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6pPr>
            <ns1:lvl7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7pPr>
            <ns1:lvl8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8pPr>
            <ns1:lvl9pPr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2100"/>
              <ns1:buNone/>
              <ns1:defRPr sz="2100"/>
            </ns1:lvl9pPr>
          </ns1:lstStyle>
          <ns1:p/>
        </ns0:txBody>
      </ns0:sp>
      <ns0:sp>
        <ns0:nvSpPr>
          <ns0:cNvPr id="39" name="Google Shape;39;p9">
            <ns1:extLst>
              <ns1:ext uri="{FF2B5EF4-FFF2-40B4-BE49-F238E27FC236}">
                <ns2:creationId id="{E6481FAE-368D-415C-AB30-6DF90BEB4E0E}"/>
              </ns1:ext>
            </ns1:extLst>
          </ns0:cNvPr>
          <ns0:cNvSpPr>
            <ns1:spLocks noGrp="1"/>
          </ns0:cNvSpPr>
          <ns0:nvPr>
            <ns0:ph type="body" idx="2"/>
          </ns0:nvPr>
        </ns0:nvSpPr>
        <ns0:spPr>
          <ns1:xfrm>
            <ns1:off x="4939500" y="724075"/>
            <ns1:ext cx="3837000" cy="36951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 marL="457200" indent="-342900">
              <ns1:spcBef>
                <ns1:spcPts val="0"/>
              </ns1:spcBef>
              <ns1:spcAft>
                <ns1:spcPts val="0"/>
              </ns1:spcAft>
              <ns1:buSzPts val="1800"/>
              <ns1:buChar char="●"/>
              <ns1:defRPr/>
            </ns1:lvl1pPr>
            <ns1:lvl2pPr marL="9144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2pPr>
            <ns1:lvl3pPr marL="13716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3pPr>
            <ns1:lvl4pPr marL="18288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4pPr>
            <ns1:lvl5pPr marL="22860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5pPr>
            <ns1:lvl6pPr marL="27432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6pPr>
            <ns1:lvl7pPr marL="32004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7pPr>
            <ns1:lvl8pPr marL="36576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8pPr>
            <ns1:lvl9pPr marL="4114800" indent="-317500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9pPr>
          </ns1:lstStyle>
          <ns1:p/>
        </ns0:txBody>
      </ns0:sp>
      <ns0:sp>
        <ns0:nvSpPr>
          <ns0:cNvPr id="40" name="Google Shape;40;p9">
            <ns1:extLst>
              <ns1:ext uri="{FF2B5EF4-FFF2-40B4-BE49-F238E27FC236}">
                <ns2:creationId id="{7B610C10-A976-4D1A-ABCB-FCDF69A3A432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drawing/2014/main" matchingName="Caption">
  <ns0:cSld name="CAPTION_ONLY">
    <ns0:spTree>
      <ns0:nvGrpSpPr>
        <ns0:cNvPr id="1" name=""/>
        <ns0:cNvGrpSpPr/>
        <ns0:nvPr/>
      </ns0:nvGrpSpPr>
      <ns0:grpSpPr>
        <ns1:xfrm/>
      </ns0:grpSpPr>
      <ns0:sp>
        <ns0:nvSpPr>
          <ns0:cNvPr id="42" name="Google Shape;42;p10">
            <ns1:extLst>
              <ns1:ext uri="{FF2B5EF4-FFF2-40B4-BE49-F238E27FC236}">
                <ns2:creationId id="{3A258693-02A9-4765-9C6E-4AF04D2A0D83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4230575"/>
            <ns1:ext cx="5998800" cy="6051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 marL="457200" indent="-228600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1800"/>
              <ns1:buNone/>
              <ns1:defRPr/>
            </ns1:lvl1pPr>
          </ns1:lstStyle>
          <ns1:p/>
        </ns0:txBody>
      </ns0:sp>
      <ns0:sp>
        <ns0:nvSpPr>
          <ns0:cNvPr id="43" name="Google Shape;43;p10">
            <ns1:extLst>
              <ns1:ext uri="{FF2B5EF4-FFF2-40B4-BE49-F238E27FC236}">
                <ns2:creationId id="{92253C80-7C16-4E56-9C8F-3C24A4B5961F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drawing/2014/main" matchingName="Big number">
  <ns0:cSld name="BIG_NUMBER">
    <ns0:spTree>
      <ns0:nvGrpSpPr>
        <ns0:cNvPr id="1" name=""/>
        <ns0:cNvGrpSpPr/>
        <ns0:nvPr/>
      </ns0:nvGrpSpPr>
      <ns0:grpSpPr>
        <ns1:xfrm/>
      </ns0:grpSpPr>
      <ns0:sp>
        <ns0:nvSpPr>
          <ns0:cNvPr id="45" name="Google Shape;45;p11">
            <ns1:extLst>
              <ns1:ext uri="{FF2B5EF4-FFF2-40B4-BE49-F238E27FC236}">
                <ns2:creationId id="{72822FD2-ADB7-43A5-A428-1D6AF8364C5D}"/>
              </ns1:ext>
            </ns1:extLst>
          </ns0:cNvPr>
          <ns0:cNvSpPr>
            <ns1:spLocks noGrp="1"/>
          </ns0:cNvSpPr>
          <ns0:nvPr>
            <ns0:ph type="title" hasCustomPrompt="1"/>
          </ns0:nvPr>
        </ns0:nvSpPr>
        <ns0:spPr>
          <ns1:xfrm>
            <ns1:off x="311700" y="1106125"/>
            <ns1:ext cx="8520600" cy="1963500"/>
          </ns1:xfrm>
          <ns1:prstGeom prst="rect">
            <ns1:avLst/>
          </ns1:prstGeom>
        </ns0:spPr>
        <ns0:txBody>
          <ns1:bodyPr spcFirstLastPara="1" wrap="square" lIns="91425" tIns="91425" rIns="91425" bIns="91425" anchor="b">
            <ns1:normAutofit/>
          </ns1:bodyPr>
          <ns1:lstStyle>
            <ns1:lvl1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1pPr>
            <ns1:lvl2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2pPr>
            <ns1:lvl3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3pPr>
            <ns1:lvl4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4pPr>
            <ns1:lvl5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5pPr>
            <ns1:lvl6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6pPr>
            <ns1:lvl7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7pPr>
            <ns1:lvl8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8pPr>
            <ns1:lvl9pPr algn="ctr">
              <ns1:spcBef>
                <ns1:spcPts val="0"/>
              </ns1:spcBef>
              <ns1:spcAft>
                <ns1:spcPts val="0"/>
              </ns1:spcAft>
              <ns1:buSzPts val="12000"/>
              <ns1:buNone/>
              <ns1:defRPr sz="12000"/>
            </ns1:lvl9pPr>
          </ns1:lstStyle>
          <ns1:p>
            <ns1:r>
              <ns1:t>xx%</ns1:t>
            </ns1:r>
          </ns1:p>
        </ns0:txBody>
      </ns0:sp>
      <ns0:sp>
        <ns0:nvSpPr>
          <ns0:cNvPr id="46" name="Google Shape;46;p11">
            <ns1:extLst>
              <ns1:ext uri="{FF2B5EF4-FFF2-40B4-BE49-F238E27FC236}">
                <ns2:creationId id="{C0F427D0-554C-482F-8959-3E1328B3BE4B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3152225"/>
            <ns1:ext cx="8520600" cy="1300800"/>
          </ns1:xfrm>
          <ns1:prstGeom prst="rect">
            <ns1:avLst/>
          </ns1:prstGeom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42900" algn="ctr">
              <ns1:spcBef>
                <ns1:spcPts val="0"/>
              </ns1:spcBef>
              <ns1:spcAft>
                <ns1:spcPts val="0"/>
              </ns1:spcAft>
              <ns1:buSzPts val="1800"/>
              <ns1:buChar char="●"/>
              <ns1:defRPr/>
            </ns1:lvl1pPr>
            <ns1:lvl2pPr marL="9144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2pPr>
            <ns1:lvl3pPr marL="13716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3pPr>
            <ns1:lvl4pPr marL="18288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4pPr>
            <ns1:lvl5pPr marL="22860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5pPr>
            <ns1:lvl6pPr marL="27432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6pPr>
            <ns1:lvl7pPr marL="32004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●"/>
              <ns1:defRPr/>
            </ns1:lvl7pPr>
            <ns1:lvl8pPr marL="36576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○"/>
              <ns1:defRPr/>
            </ns1:lvl8pPr>
            <ns1:lvl9pPr marL="4114800" indent="-317500" algn="ctr">
              <ns1:spcBef>
                <ns1:spcPts val="0"/>
              </ns1:spcBef>
              <ns1:spcAft>
                <ns1:spcPts val="0"/>
              </ns1:spcAft>
              <ns1:buSzPts val="1400"/>
              <ns1:buChar char="■"/>
              <ns1:defRPr/>
            </ns1:lvl9pPr>
          </ns1:lstStyle>
          <ns1:p/>
        </ns0:txBody>
      </ns0:sp>
      <ns0:sp>
        <ns0:nvSpPr>
          <ns0:cNvPr id="47" name="Google Shape;47;p11">
            <ns1:extLst>
              <ns1:ext uri="{FF2B5EF4-FFF2-40B4-BE49-F238E27FC236}">
                <ns2:creationId id="{6717DB13-785B-48EA-8DCB-2FB97514B8A0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drawing/2014/main" matchingName="Blank" type="blank">
  <ns0:cSld name="BLANK">
    <ns0:spTree>
      <ns0:nvGrpSpPr>
        <ns0:cNvPr id="1" name=""/>
        <ns0:cNvGrpSpPr/>
        <ns0:nvPr/>
      </ns0:nvGrpSpPr>
      <ns0:grpSpPr>
        <ns1:xfrm/>
      </ns0:grpSpPr>
      <ns0:sp>
        <ns0:nvSpPr>
          <ns0:cNvPr id="49" name="Google Shape;49;p12">
            <ns1:extLst>
              <ns1:ext uri="{FF2B5EF4-FFF2-40B4-BE49-F238E27FC236}">
                <ns2:creationId id="{A98D42DF-B89E-4033-AE05-9112ADCD2ED8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</ns0:spPr>
        <ns0:txBody>
          <ns1:bodyPr spcFirstLastPara="1" wrap="square" lIns="91425" tIns="91425" rIns="91425" bIns="91425" anchor="ctr">
            <ns1:normAutofit/>
          </ns1:bodyPr>
          <ns1:lstStyle>
            <ns1:lvl1pPr>
              <ns1:buNone/>
              <ns1:defRPr/>
            </ns1:lvl1pPr>
            <ns1:lvl2pPr>
              <ns1:buNone/>
              <ns1:defRPr/>
            </ns1:lvl2pPr>
            <ns1:lvl3pPr>
              <ns1:buNone/>
              <ns1:defRPr/>
            </ns1:lvl3pPr>
            <ns1:lvl4pPr>
              <ns1:buNone/>
              <ns1:defRPr/>
            </ns1:lvl4pPr>
            <ns1:lvl5pPr>
              <ns1:buNone/>
              <ns1:defRPr/>
            </ns1:lvl5pPr>
            <ns1:lvl6pPr>
              <ns1:buNone/>
              <ns1:defRPr/>
            </ns1:lvl6pPr>
            <ns1:lvl7pPr>
              <ns1:buNone/>
              <ns1:defRPr/>
            </ns1:lvl7pPr>
            <ns1:lvl8pPr>
              <ns1:buNone/>
              <ns1:defRPr/>
            </ns1:lvl8pPr>
            <ns1:lvl9pPr>
              <ns1:buNone/>
              <ns1:defRPr/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</ns0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f8b93aaaf4935" /><Relationship Type="http://schemas.openxmlformats.org/officeDocument/2006/relationships/slideLayout" Target="/ppt/slideLayouts/slideLayout1.xml" Id="R212bd6908e914eaa" /><Relationship Type="http://schemas.openxmlformats.org/officeDocument/2006/relationships/slideLayout" Target="/ppt/slideLayouts/slideLayout2.xml" Id="R1c32e67bb91d4a01" /><Relationship Type="http://schemas.openxmlformats.org/officeDocument/2006/relationships/slideLayout" Target="/ppt/slideLayouts/slideLayout3.xml" Id="Racd3c3b155aa40a7" /><Relationship Type="http://schemas.openxmlformats.org/officeDocument/2006/relationships/slideLayout" Target="/ppt/slideLayouts/slideLayout4.xml" Id="R4652567fd39e4892" /><Relationship Type="http://schemas.openxmlformats.org/officeDocument/2006/relationships/slideLayout" Target="/ppt/slideLayouts/slideLayout5.xml" Id="R9833ea546498424b" /><Relationship Type="http://schemas.openxmlformats.org/officeDocument/2006/relationships/slideLayout" Target="/ppt/slideLayouts/slideLayout6.xml" Id="R59ab18f5c1f74ef2" /><Relationship Type="http://schemas.openxmlformats.org/officeDocument/2006/relationships/slideLayout" Target="/ppt/slideLayouts/slideLayout7.xml" Id="R794281b63c9c42ff" /><Relationship Type="http://schemas.openxmlformats.org/officeDocument/2006/relationships/slideLayout" Target="/ppt/slideLayouts/slideLayout8.xml" Id="R4e2e5621601b48bb" /><Relationship Type="http://schemas.openxmlformats.org/officeDocument/2006/relationships/slideLayout" Target="/ppt/slideLayouts/slideLayout9.xml" Id="Rd0e4aeec6c1d47e3" /><Relationship Type="http://schemas.openxmlformats.org/officeDocument/2006/relationships/slideLayout" Target="/ppt/slideLayouts/slideLayout10.xml" Id="R521388e491904139" /><Relationship Type="http://schemas.openxmlformats.org/officeDocument/2006/relationships/slideLayout" Target="/ppt/slideLayouts/slideLayout11.xml" Id="Re34749cf88b84a8d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imple-light-2">
    <ns0:bg>
      <ns0:bgPr>
        <ns1:solidFill>
          <ns1:schemeClr val="lt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Google Shape;6;p1">
            <ns1:extLst>
              <ns1:ext uri="{FF2B5EF4-FFF2-40B4-BE49-F238E27FC236}">
                <ns2:creationId id="{F418B78A-01FB-4375-BA49-3EE819A547CE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311700" y="445025"/>
            <ns1:ext cx="8520600" cy="5727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91425" rIns="91425" bIns="91425" anchor="t">
            <ns1:normAutofit/>
          </ns1:bodyPr>
          <ns1:lstStyle>
            <ns1:lvl1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1pPr>
            <ns1:lvl2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2pPr>
            <ns1:lvl3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3pPr>
            <ns1:lvl4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4pPr>
            <ns1:lvl5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5pPr>
            <ns1:lvl6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6pPr>
            <ns1:lvl7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7pPr>
            <ns1:lvl8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8pPr>
            <ns1:lvl9pPr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None/>
              <ns1:defRPr sz="2800">
                <ns1:solidFill>
                  <ns1:schemeClr val="dk1"/>
                </ns1:solidFill>
              </ns1:defRPr>
            </ns1:lvl9pPr>
          </ns1:lstStyle>
          <ns1:p/>
        </ns0:txBody>
      </ns0:sp>
      <ns0:sp>
        <ns0:nvSpPr>
          <ns0:cNvPr id="7" name="Google Shape;7;p1">
            <ns1:extLst>
              <ns1:ext uri="{FF2B5EF4-FFF2-40B4-BE49-F238E27FC236}">
                <ns2:creationId id="{9F072F9F-63C0-4C71-9B23-F4DD5D0E092E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311700" y="1152475"/>
            <ns1:ext cx="8520600" cy="34164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91425" rIns="91425" bIns="91425" anchor="t">
            <ns1:normAutofit/>
          </ns1:bodyPr>
          <ns1:lstStyle>
            <ns1:lvl1pPr marL="457200" indent="-3429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800"/>
              <ns1:buChar char="●"/>
              <ns1:defRPr sz="1800">
                <ns1:solidFill>
                  <ns1:schemeClr val="dk2"/>
                </ns1:solidFill>
              </ns1:defRPr>
            </ns1:lvl1pPr>
            <ns1:lvl2pPr marL="9144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○"/>
              <ns1:defRPr>
                <ns1:solidFill>
                  <ns1:schemeClr val="dk2"/>
                </ns1:solidFill>
              </ns1:defRPr>
            </ns1:lvl2pPr>
            <ns1:lvl3pPr marL="13716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■"/>
              <ns1:defRPr>
                <ns1:solidFill>
                  <ns1:schemeClr val="dk2"/>
                </ns1:solidFill>
              </ns1:defRPr>
            </ns1:lvl3pPr>
            <ns1:lvl4pPr marL="18288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●"/>
              <ns1:defRPr>
                <ns1:solidFill>
                  <ns1:schemeClr val="dk2"/>
                </ns1:solidFill>
              </ns1:defRPr>
            </ns1:lvl4pPr>
            <ns1:lvl5pPr marL="22860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○"/>
              <ns1:defRPr>
                <ns1:solidFill>
                  <ns1:schemeClr val="dk2"/>
                </ns1:solidFill>
              </ns1:defRPr>
            </ns1:lvl5pPr>
            <ns1:lvl6pPr marL="27432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■"/>
              <ns1:defRPr>
                <ns1:solidFill>
                  <ns1:schemeClr val="dk2"/>
                </ns1:solidFill>
              </ns1:defRPr>
            </ns1:lvl6pPr>
            <ns1:lvl7pPr marL="32004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●"/>
              <ns1:defRPr>
                <ns1:solidFill>
                  <ns1:schemeClr val="dk2"/>
                </ns1:solidFill>
              </ns1:defRPr>
            </ns1:lvl7pPr>
            <ns1:lvl8pPr marL="36576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○"/>
              <ns1:defRPr>
                <ns1:solidFill>
                  <ns1:schemeClr val="dk2"/>
                </ns1:solidFill>
              </ns1:defRPr>
            </ns1:lvl8pPr>
            <ns1:lvl9pPr marL="4114800" indent="-317500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1400"/>
              <ns1:buChar char="■"/>
              <ns1:defRPr>
                <ns1:solidFill>
                  <ns1:schemeClr val="dk2"/>
                </ns1:solidFill>
              </ns1:defRPr>
            </ns1:lvl9pPr>
          </ns1:lstStyle>
          <ns1:p/>
        </ns0:txBody>
      </ns0:sp>
      <ns0:sp>
        <ns0:nvSpPr>
          <ns0:cNvPr id="8" name="Google Shape;8;p1">
            <ns1:extLst>
              <ns1:ext uri="{FF2B5EF4-FFF2-40B4-BE49-F238E27FC236}">
                <ns2:creationId id="{5F8B2626-B94B-46A9-B2E2-F77C9892285F}"/>
              </ns1:ext>
            </ns1:extLst>
          </ns0:cNvPr>
          <ns0:cNvSpPr>
            <ns1:spLocks noGrp="1"/>
          </ns0:cNvSpPr>
          <ns0:nvPr>
            <ns0:ph type="sldNum" idx="12"/>
          </ns0:nvPr>
        </ns0:nvSpPr>
        <ns0:spPr>
          <ns1:xfrm>
            <ns1:off x="8472458" y="4663217"/>
            <ns1:ext cx="548700" cy="3936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91425" rIns="91425" bIns="91425" anchor="ctr">
            <ns1:normAutofit/>
          </ns1:bodyPr>
          <ns1:lstStyle>
            <ns1:lvl1pPr algn="r">
              <ns1:buNone/>
              <ns1:defRPr sz="1000">
                <ns1:solidFill>
                  <ns1:schemeClr val="dk2"/>
                </ns1:solidFill>
              </ns1:defRPr>
            </ns1:lvl1pPr>
            <ns1:lvl2pPr algn="r">
              <ns1:buNone/>
              <ns1:defRPr sz="1000">
                <ns1:solidFill>
                  <ns1:schemeClr val="dk2"/>
                </ns1:solidFill>
              </ns1:defRPr>
            </ns1:lvl2pPr>
            <ns1:lvl3pPr algn="r">
              <ns1:buNone/>
              <ns1:defRPr sz="1000">
                <ns1:solidFill>
                  <ns1:schemeClr val="dk2"/>
                </ns1:solidFill>
              </ns1:defRPr>
            </ns1:lvl3pPr>
            <ns1:lvl4pPr algn="r">
              <ns1:buNone/>
              <ns1:defRPr sz="1000">
                <ns1:solidFill>
                  <ns1:schemeClr val="dk2"/>
                </ns1:solidFill>
              </ns1:defRPr>
            </ns1:lvl4pPr>
            <ns1:lvl5pPr algn="r">
              <ns1:buNone/>
              <ns1:defRPr sz="1000">
                <ns1:solidFill>
                  <ns1:schemeClr val="dk2"/>
                </ns1:solidFill>
              </ns1:defRPr>
            </ns1:lvl5pPr>
            <ns1:lvl6pPr algn="r">
              <ns1:buNone/>
              <ns1:defRPr sz="1000">
                <ns1:solidFill>
                  <ns1:schemeClr val="dk2"/>
                </ns1:solidFill>
              </ns1:defRPr>
            </ns1:lvl6pPr>
            <ns1:lvl7pPr algn="r">
              <ns1:buNone/>
              <ns1:defRPr sz="1000">
                <ns1:solidFill>
                  <ns1:schemeClr val="dk2"/>
                </ns1:solidFill>
              </ns1:defRPr>
            </ns1:lvl7pPr>
            <ns1:lvl8pPr algn="r">
              <ns1:buNone/>
              <ns1:defRPr sz="1000">
                <ns1:solidFill>
                  <ns1:schemeClr val="dk2"/>
                </ns1:solidFill>
              </ns1:defRPr>
            </ns1:lvl8pPr>
            <ns1:lvl9pPr algn="r">
              <ns1:buNone/>
              <ns1:defRPr sz="1000">
                <ns1:solidFill>
                  <ns1:schemeClr val="dk2"/>
                </ns1:solidFill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t>‹#›</ns1:t>
            </ns1:fld>
            <ns1:endParaRPr/>
          </ns1:p>
        </ns0:txBody>
      </ns0:sp>
    </ns0:spTree>
  </ns0:cSld>
  <ns0:clrMap bg1="lt1" tx1="dk1" bg2="dk2" tx2="lt2" accent1="accent1" accent2="accent2" accent3="accent3" accent4="accent4" accent5="accent5" accent6="accent6" hlink="hlink" folHlink="folHlink"/>
  <ns0:sldLayoutIdLst>
    <ns0:sldLayoutId id="2147483649" ns3:id="R212bd6908e914eaa"/>
    <ns0:sldLayoutId id="2147483650" ns3:id="R1c32e67bb91d4a01"/>
    <ns0:sldLayoutId id="2147483651" ns3:id="Racd3c3b155aa40a7"/>
    <ns0:sldLayoutId id="2147483652" ns3:id="R4652567fd39e4892"/>
    <ns0:sldLayoutId id="2147483653" ns3:id="R9833ea546498424b"/>
    <ns0:sldLayoutId id="2147483654" ns3:id="R59ab18f5c1f74ef2"/>
    <ns0:sldLayoutId id="2147483655" ns3:id="R794281b63c9c42ff"/>
    <ns0:sldLayoutId id="2147483656" ns3:id="R4e2e5621601b48bb"/>
    <ns0:sldLayoutId id="2147483657" ns3:id="Rd0e4aeec6c1d47e3"/>
    <ns0:sldLayoutId id="2147483658" ns3:id="R521388e491904139"/>
    <ns0:sldLayoutId id="2147483659" ns3:id="Re34749cf88b84a8d"/>
  </ns0:sldLayoutIdLst>
  <ns0:hf sldNum="0" hdr="0" ftr="0" dt="0"/>
  <ns0:txStyles>
    <ns0:titleStyle>
      <ns1:lvl1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1pPr>
      <ns1:lvl2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2pPr>
      <ns1:lvl3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3pPr>
      <ns1:lvl4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4pPr>
      <ns1:lvl5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5pPr>
      <ns1:lvl6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6pPr>
      <ns1:lvl7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7pPr>
      <ns1:lvl8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8pPr>
      <ns1:lvl9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9pPr>
    </ns0:titleStyle>
    <ns0:bodyStyle>
      <ns1:lvl1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1pPr>
      <ns1:lvl2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2pPr>
      <ns1:lvl3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3pPr>
      <ns1:lvl4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4pPr>
      <ns1:lvl5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5pPr>
      <ns1:lvl6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6pPr>
      <ns1:lvl7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7pPr>
      <ns1:lvl8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8pPr>
      <ns1:lvl9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9pPr>
    </ns0:bodyStyle>
    <ns0:otherStyle>
      <ns1:lvl1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1pPr>
      <ns1:lvl2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2pPr>
      <ns1:lvl3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3pPr>
      <ns1:lvl4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4pPr>
      <ns1:lvl5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5pPr>
      <ns1:lvl6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6pPr>
      <ns1:lvl7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7pPr>
      <ns1:lvl8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8pPr>
      <ns1:lvl9pPr marR="0" algn="l">
        <ns1:lnSpc>
          <ns1:spcPct val="100000"/>
        </ns1:lnSpc>
        <ns1:spcBef>
          <ns1:spcPts val="0"/>
        </ns1:spcBef>
        <ns1:spcAft>
          <ns1:spcPts val="0"/>
        </ns1:spcAft>
        <ns1:buClr>
          <ns1:srgbClr val="000000"/>
        </ns1:buClr>
        <ns1:buFont typeface="Arial"/>
        <ns1:buNone/>
        <ns1:defRPr sz="1400" b="0" i="0" u="none" strike="noStrike" cap="none" spc="0">
          <ns1:solidFill>
            <ns1:srgbClr val="000000"/>
          </ns1:solidFill>
          <ns1:latin typeface="Arial"/>
          <ns1:ea typeface="Arial"/>
          <ns1:cs typeface="Arial"/>
        </ns1:defRPr>
      </ns1:lvl9pPr>
    </ns0:otherStyle>
  </ns0:txStyles>
</ns0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a40a12a3b4396" /><Relationship Type="http://schemas.openxmlformats.org/officeDocument/2006/relationships/image" Target="/ppt/media/image.png" Id="R8e4f301c349348fa" /><Relationship Type="http://schemas.openxmlformats.org/officeDocument/2006/relationships/image" Target="/ppt/media/image2.png" Id="R435b547343ce42b2" /><Relationship Type="http://schemas.openxmlformats.org/officeDocument/2006/relationships/notesSlide" Target="/ppt/notesSlides/notesSlide1.xml" Id="Rb754e31adf5f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fee3d9db4d58" /><Relationship Type="http://schemas.openxmlformats.org/officeDocument/2006/relationships/image" Target="/ppt/media/image2.png" Id="Re32e3e20ddec41c1" /><Relationship Type="http://schemas.openxmlformats.org/officeDocument/2006/relationships/image" Target="/ppt/media/image3.png" Id="Rb31e60f4dff64f41" /><Relationship Type="http://schemas.openxmlformats.org/officeDocument/2006/relationships/notesSlide" Target="/ppt/notesSlides/notesSlide2.xml" Id="R2fa0227a7dd648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87d5f404f4c03" /><Relationship Type="http://schemas.openxmlformats.org/officeDocument/2006/relationships/image" Target="/ppt/media/image4.png" Id="Re4eee9f0d3984963" /><Relationship Type="http://schemas.openxmlformats.org/officeDocument/2006/relationships/notesSlide" Target="/ppt/notesSlides/notesSlide3.xml" Id="Rfd7b248f93764b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9a75c726f465d" /><Relationship Type="http://schemas.openxmlformats.org/officeDocument/2006/relationships/image" Target="/ppt/media/image2.png" Id="R68a9b3eb10e44ae9" /><Relationship Type="http://schemas.openxmlformats.org/officeDocument/2006/relationships/image" Target="/ppt/media/image4.png" Id="R93169858fec54245" /><Relationship Type="http://schemas.openxmlformats.org/officeDocument/2006/relationships/notesSlide" Target="/ppt/notesSlides/notesSlide4.xml" Id="R204036b6530b4d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856a294294b67" /><Relationship Type="http://schemas.openxmlformats.org/officeDocument/2006/relationships/image" Target="/ppt/media/image2.png" Id="R84eddf5bb1c04636" /><Relationship Type="http://schemas.openxmlformats.org/officeDocument/2006/relationships/image" Target="/ppt/media/image4.png" Id="Rdef0b68b0dc2409f" /><Relationship Type="http://schemas.openxmlformats.org/officeDocument/2006/relationships/notesSlide" Target="/ppt/notesSlides/notesSlide5.xml" Id="R7fa5f3897da1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333e69134db0" /><Relationship Type="http://schemas.openxmlformats.org/officeDocument/2006/relationships/image" Target="/ppt/media/image2.png" Id="R37f4b6c870aa4bb4" /><Relationship Type="http://schemas.openxmlformats.org/officeDocument/2006/relationships/image" Target="/ppt/media/image4.png" Id="Rfb1156f203284af7" /><Relationship Type="http://schemas.openxmlformats.org/officeDocument/2006/relationships/notesSlide" Target="/ppt/notesSlides/notesSlide6.xml" Id="R4dac19f7fb1b4e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802247d1b45a3" /><Relationship Type="http://schemas.openxmlformats.org/officeDocument/2006/relationships/image" Target="/ppt/media/image2.png" Id="Rc18ba59b5c3f44a4" /><Relationship Type="http://schemas.openxmlformats.org/officeDocument/2006/relationships/image" Target="/ppt/media/image4.png" Id="Rd8183a2dfcdf4848" /><Relationship Type="http://schemas.openxmlformats.org/officeDocument/2006/relationships/image" Target="/ppt/media/image.jpeg" Id="R2d7acfa909584f80" /><Relationship Type="http://schemas.openxmlformats.org/officeDocument/2006/relationships/image" Target="/ppt/media/image2.jpeg" Id="R8055c334f56543e9" /><Relationship Type="http://schemas.openxmlformats.org/officeDocument/2006/relationships/notesSlide" Target="/ppt/notesSlides/notesSlide7.xml" Id="R643a91307553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32e76530b4c63" /><Relationship Type="http://schemas.openxmlformats.org/officeDocument/2006/relationships/image" Target="/ppt/media/image2.png" Id="R9f70995a72c34965" /><Relationship Type="http://schemas.openxmlformats.org/officeDocument/2006/relationships/image" Target="/ppt/media/image4.png" Id="Rd797345020b64d25" /><Relationship Type="http://schemas.openxmlformats.org/officeDocument/2006/relationships/notesSlide" Target="/ppt/notesSlides/notesSlide8.xml" Id="R0af5aff4c40a41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2dcd1f43243c5" /><Relationship Type="http://schemas.openxmlformats.org/officeDocument/2006/relationships/image" Target="/ppt/media/image2.png" Id="Rb0b4ca595eb843da" /><Relationship Type="http://schemas.openxmlformats.org/officeDocument/2006/relationships/image" Target="/ppt/media/image4.png" Id="R34a2abcab0a3442e" /><Relationship Type="http://schemas.openxmlformats.org/officeDocument/2006/relationships/notesSlide" Target="/ppt/notesSlides/notesSlide9.xml" Id="Rc8d813486dd7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6d3159ffb49ea" /><Relationship Type="http://schemas.openxmlformats.org/officeDocument/2006/relationships/image" Target="/ppt/media/image2.png" Id="R70d781a8941f46e4" /><Relationship Type="http://schemas.openxmlformats.org/officeDocument/2006/relationships/image" Target="/ppt/media/image4.png" Id="R0e3c81b2ff4c455d" /><Relationship Type="http://schemas.openxmlformats.org/officeDocument/2006/relationships/notesSlide" Target="/ppt/notesSlides/notesSlide10.xml" Id="Rd333bc01ce7745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1d31a54645cb" /><Relationship Type="http://schemas.openxmlformats.org/officeDocument/2006/relationships/image" Target="/ppt/media/image2.png" Id="Rd374cc00ea874e49" /><Relationship Type="http://schemas.openxmlformats.org/officeDocument/2006/relationships/image" Target="/ppt/media/image4.png" Id="R36b43fd236d9464a" /><Relationship Type="http://schemas.openxmlformats.org/officeDocument/2006/relationships/image" Target="/ppt/media/image3.jpeg" Id="R9c1e47b8677440df" /><Relationship Type="http://schemas.openxmlformats.org/officeDocument/2006/relationships/image" Target="/ppt/media/image4.jpeg" Id="Rf0be7fff124c4b44" /><Relationship Type="http://schemas.openxmlformats.org/officeDocument/2006/relationships/notesSlide" Target="/ppt/notesSlides/notesSlide11.xml" Id="Rbe3d3c44910a46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8e4d95b848e7" /><Relationship Type="http://schemas.openxmlformats.org/officeDocument/2006/relationships/image" Target="/ppt/media/image2.png" Id="R78e561055e664c19" /><Relationship Type="http://schemas.openxmlformats.org/officeDocument/2006/relationships/image" Target="/ppt/media/image4.png" Id="R46c7c109ac6c4bd2" /><Relationship Type="http://schemas.openxmlformats.org/officeDocument/2006/relationships/notesSlide" Target="/ppt/notesSlides/notesSlide12.xml" Id="R8cc8c7503a1840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489fb84d64dc0" /><Relationship Type="http://schemas.openxmlformats.org/officeDocument/2006/relationships/image" Target="/ppt/media/image2.png" Id="R3334e4811af341d0" /><Relationship Type="http://schemas.openxmlformats.org/officeDocument/2006/relationships/image" Target="/ppt/media/image4.png" Id="R55d2fa4f29e643a0" /><Relationship Type="http://schemas.openxmlformats.org/officeDocument/2006/relationships/notesSlide" Target="/ppt/notesSlides/notesSlide13.xml" Id="R9d282017feee49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fffcf7fe448cd" /><Relationship Type="http://schemas.openxmlformats.org/officeDocument/2006/relationships/image" Target="/ppt/media/image2.png" Id="R960dad68b27d4db2" /><Relationship Type="http://schemas.openxmlformats.org/officeDocument/2006/relationships/image" Target="/ppt/media/image4.png" Id="R99cb5746ac2449e0" /><Relationship Type="http://schemas.openxmlformats.org/officeDocument/2006/relationships/hyperlink" Target="https://github.com/TheAverageGatsby13/project-irene" TargetMode="External" Id="R57167eeabaae4b26" /><Relationship Type="http://schemas.openxmlformats.org/officeDocument/2006/relationships/hyperlink" Target="https://drive.google.com/file/d/1VxKqMv-1Tg9g7m6cUbuaK8eWOmsG7w3e/view" TargetMode="External" Id="Re2b64da0ee2142f0" /><Relationship Type="http://schemas.openxmlformats.org/officeDocument/2006/relationships/hyperlink" Target="https://project-irene-fd39e.web.app" TargetMode="External" Id="R31c76fab7e3a4e79" /><Relationship Type="http://schemas.openxmlformats.org/officeDocument/2006/relationships/notesSlide" Target="/ppt/notesSlides/notesSlide14.xml" Id="Rcc2bd895efd940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6f60cf5bf4f4f" /><Relationship Type="http://schemas.openxmlformats.org/officeDocument/2006/relationships/image" Target="/ppt/media/image2.png" Id="R2f6868d7a2234aa6" /><Relationship Type="http://schemas.openxmlformats.org/officeDocument/2006/relationships/image" Target="/ppt/media/image4.png" Id="Rdd1804de500a452b" /><Relationship Type="http://schemas.openxmlformats.org/officeDocument/2006/relationships/notesSlide" Target="/ppt/notesSlides/notesSlide15.xml" Id="R6feeab2fc12347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ba8ca86e04dc4" /><Relationship Type="http://schemas.openxmlformats.org/officeDocument/2006/relationships/image" Target="/ppt/media/image2.png" Id="Re04fe5df852f42e3" /><Relationship Type="http://schemas.openxmlformats.org/officeDocument/2006/relationships/image" Target="/ppt/media/image5.png" Id="Ra2263d6640574669" /><Relationship Type="http://schemas.openxmlformats.org/officeDocument/2006/relationships/notesSlide" Target="/ppt/notesSlides/notesSlide16.xml" Id="Rdc4232ad6a2b44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6503478E-47AC-4242-8E2A-27F5869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0" y="2902649"/>
            <a:ext cx="8760047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</p:txBody>
      </p:sp>
      <p:pic>
        <p:nvPicPr>
          <p:cNvPr id="61" name="Google Shape;55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f301c349348f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Google Shape;5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5b547343ce42b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78581F-87A9-4911-A3FB-027F58BC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8137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Team name: Model Citizens  |  Project: Irene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FC508D-DA48-4E8F-BFD1-F177396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52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Team leader name: Debadrita Dutta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CB2A0F-EFD2-49B0-AB58-7098324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43375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Problem Statement: Make therapy or therapist-led support more affordable,</a:t>
            </a:r>
          </a:p>
          <a:p xmlns:a="http://schemas.openxmlformats.org/drawingml/2006/main">
            <a:pPr>
              <a:defRPr sz="15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with a private first step for people who find it hard to ask for help.</a:t>
            </a:r>
          </a:p>
        </p:txBody>
      </p:sp>
    </p:spTree>
    <p:extLst>
      <p:ext uri="{BB962C8B-B14F-4D97-AF65-F5344CB8AC3E}">
        <p14:creationId xmlns:p14="http://schemas.microsoft.com/office/powerpoint/2010/main" val="16016103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6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2e3e20ddec41c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F4A855ED-9213-407B-80A3-5383E80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7A478077-185A-4890-9ACC-CCD75D28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9" name="Google Shape;64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e60f4dff64f4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953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Google Shape;6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ee9f0d39849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FCD94F7F-9C21-4721-9C03-93708EE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933AC734-BE68-4B26-9142-63AA1AE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D50496-3479-4316-B7B7-93B503C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FA8F29-BBFE-4EDA-A85C-A7C48BB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CAB575-3AAB-452B-8110-EC176E71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It began with a very personal hesitation.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FC24CC-BF3E-4B2C-A684-A895DA0E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9070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In college, I needed therapy. It was expensive.</a:t>
            </a:r>
          </a:p>
          <a:p xmlns:a="http://schemas.openxmlformats.org/drawingml/2006/main">
            <a:pPr>
              <a:defRPr sz="202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02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 did not want to tell my parents because I knew they would worry.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E008326-CCAE-42B3-A0B0-47456CF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241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9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FOUNDER EXPERIENCE · DEBADRITA DUTTA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BA4B40-8318-40DC-B3CA-D177352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813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What if the cost could be shared, without having to begin in public?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DE1E46-726B-444B-9D15-79E25F91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0"/>
            <a:ext cx="8420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Irene is a working platform for private intake and therapist-led groups. With consent,</a:t>
            </a:r>
          </a:p>
          <a:p xmlns:a="http://schemas.openxmlformats.org/drawingml/2006/main">
            <a:pPr>
              <a:def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Gemini helps organize a person’s story; the person confirms it, a professional reviews it,</a:t>
            </a:r>
          </a:p>
          <a:p xmlns:a="http://schemas.openxmlformats.org/drawingml/2006/main">
            <a:pPr>
              <a:def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compatible participants can choose a group with an upfront shared session fee.</a:t>
            </a:r>
          </a:p>
        </p:txBody>
      </p:sp>
    </p:spTree>
    <p:extLst>
      <p:ext uri="{BB962C8B-B14F-4D97-AF65-F5344CB8AC3E}">
        <p14:creationId xmlns:p14="http://schemas.microsoft.com/office/powerpoint/2010/main" val="16499931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a9b3eb10e44ae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1" name="Google Shape;77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69858fec5424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EF70E8F4-77D3-4956-98FF-B4865407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BED5DCDA-EDAF-432B-9D82-1703DB0D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94302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SemiBold"/>
                <a:ea typeface="Google Sans Flex SemiBold"/>
                <a:cs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451D94-8FBB-454D-8DBE-0E0DE73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BE35EA-E1FE-4C4D-9150-B72C60F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943EAC-999B-41E4-9EB9-E40E86D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2397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How is the idea different?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0A646B-7BA4-4351-B74D-633466FD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66875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 private-to-group journey combines participant-confirmed AI summaries,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practical matching, professional decisions and a visible shared fee.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56E7FB-AAE5-40E7-A749-68C617AB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4792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How does it address the problem?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E4A3028-00D3-40A6-9637-677983AB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Sharing a session fee can reduce the amount each person pays. Private intake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lets someone explain their needs before deciding what to share in a group.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4742AD-6699-4EF0-841A-C42945E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USP: affordability, agency and human judgment together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55638D-8EEB-4026-B23C-60C7237F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14775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AI prepares information. A therapist decides suitability. The participant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chooses whether to join. The starting focus is college-age adults.</a:t>
            </a:r>
          </a:p>
        </p:txBody>
      </p:sp>
    </p:spTree>
    <p:extLst>
      <p:ext uri="{BB962C8B-B14F-4D97-AF65-F5344CB8AC3E}">
        <p14:creationId xmlns:p14="http://schemas.microsoft.com/office/powerpoint/2010/main" val="5336566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" name="Google Shape;8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eddf5bb1c0463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8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0b68b0dc2409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7642507E-9F15-428B-AE69-A450680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3094DDBC-E15E-4F19-A9FA-983CEB2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A26F49-3792-49A2-AB79-304C9313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B8893B-E397-4F12-B513-2014DE7F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BB3283-6E7B-4C79-85DC-77432B8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62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01  A private first step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55226A9-24FD-4578-85A9-5173C881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0497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Consent, personal preferences, budget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a story shared with the chosen therapist.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D2C119-6900-4268-997A-73DA086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620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02  AI you can correct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48C18C-5953-47D9-8A97-29E374E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04975"/>
            <a:ext cx="3943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Gemini drafts the intake summary.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The participant edits and confirms it.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877C37-99A3-489B-91FA-7AC67D5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03  A practical group fit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9F5737-8E05-455A-BD00-F4C06F67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194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Availability, language, age band, region,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sharing comfort and related goals.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9699D6-893F-4AC1-BF21-C37B39C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765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04  A human decision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996B85-903C-4F1C-9098-0FB198CF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943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Verified professional access, intake review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explicit approval before invitations.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3A28E5-834E-418D-8D8F-F85DC40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90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05  A clear, shared fee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F276008-E844-467F-BA40-1D51C9EC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3382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 exact quote before acceptance,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with the freedom to accept or decline.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2F3E67-2EA3-4051-A37D-A7B23F2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9092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06  Control after joining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85E958-C188-4941-AFDF-D040DAD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3943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Private preparation, calendar export,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intake data export or deletion.</a:t>
            </a:r>
          </a:p>
        </p:txBody>
      </p:sp>
    </p:spTree>
    <p:extLst>
      <p:ext uri="{BB962C8B-B14F-4D97-AF65-F5344CB8AC3E}">
        <p14:creationId xmlns:p14="http://schemas.microsoft.com/office/powerpoint/2010/main" val="16568018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3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280035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05" idx="1"/>
            <a:endCxn xmlns:a="http://schemas.openxmlformats.org/drawingml/2006/main" id="106" idx="3"/>
          </p:cNvCxnSpPr>
          <p:nvPr/>
        </p:nvCxnSpPr>
        <p:spPr>
          <a:xfrm xmlns:a="http://schemas.openxmlformats.org/drawingml/2006/main" flipH="1">
            <a:off x="57912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02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7562850" y="2238375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5791200" y="18907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2800350" y="18907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pic>
        <p:nvPicPr>
          <p:cNvPr id="118" name="Google Shape;9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f4b6c870aa4bb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9" name="Google Shape;93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156f203284af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190BF41D-86E4-4912-AB6E-FFE03D5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E7D9A250-15B4-4213-B56C-F98ECFB2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C5FF1B4-B890-4F46-90DE-7DED5542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3EACF8-DDE7-41BD-B161-B304914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7895BC9-9940-456F-8E1A-BEC95F9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43050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1  Private intake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Preferences + consent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1FE216-EB12-4A53-B10E-976ADF59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2  Gemini draft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Participant corrects + confirms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B83C6A-C103-4E36-BA08-3BEB98D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3  Professional review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Individual suitability decision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4362E4B-E1A5-4953-A89E-8EA8395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4  Suggest a circle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Hard filters + goal similarity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F64865-BAC7-4FFE-9661-D54B831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67025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5  Therapist approves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Time, group and exact fee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E2B6E7-0D64-49C3-ACC7-9EC6C5E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67025"/>
            <a:ext cx="24384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6  Participant chooses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Accept / decline + preparation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E3F802-0DE6-430E-A971-C058763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842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High or uncertain review signals → excluded from routine matching for individual review.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BE0910-2B91-4776-8F34-17A06F2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10075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AI supports preparation; it does not diagnose, deliver therapy or make the final placement.</a:t>
            </a:r>
          </a:p>
        </p:txBody>
      </p:sp>
    </p:spTree>
    <p:extLst>
      <p:ext uri="{BB962C8B-B14F-4D97-AF65-F5344CB8AC3E}">
        <p14:creationId xmlns:p14="http://schemas.microsoft.com/office/powerpoint/2010/main" val="2102373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3" name="Google Shape;10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8ba59b5c3f44a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" name="Google Shape;101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83a2dfcdf48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646482A-07C9-4D24-A0D8-C6D94468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6CCD6351-16AD-4ECA-983C-4510AE01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A330373-33E0-4416-B3CD-E1113A7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969FF16-71AF-4C95-8F82-6C84B75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07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4360DB8-05CD-4A89-AA86-43E49EB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28725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Built interface: a calm first step, with control over what happens next.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acfa909584f80"/>
          <a:srcRect xmlns:a="http://schemas.openxmlformats.org/drawingml/2006/main" l="25000" t="17000" r="2500" b="0"/>
          <a:stretch xmlns:a="http://schemas.openxmlformats.org/drawingml/2006/main"/>
        </p:blipFill>
        <p:spPr>
          <a:xfrm xmlns:a="http://schemas.openxmlformats.org/drawingml/2006/main">
            <a:off x="1058921" y="1638300"/>
            <a:ext cx="2644657" cy="260032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5c334f56543e9"/>
          <a:srcRect xmlns:a="http://schemas.openxmlformats.org/drawingml/2006/main" l="25000" t="7000" r="2500" b="1500"/>
          <a:stretch xmlns:a="http://schemas.openxmlformats.org/drawingml/2006/main"/>
        </p:blipFill>
        <p:spPr>
          <a:xfrm xmlns:a="http://schemas.openxmlformats.org/drawingml/2006/main">
            <a:off x="5553500" y="1638300"/>
            <a:ext cx="2399451" cy="2600325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3125E6F-D010-4F0A-A0C3-ABA9F4D6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24350"/>
            <a:ext cx="403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Preferences before disclosure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7A68E4D-D61F-49F7-8A8C-64EA94C5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24350"/>
            <a:ext cx="4057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 editable summary before sharing</a:t>
            </a:r>
          </a:p>
        </p:txBody>
      </p:sp>
    </p:spTree>
    <p:extLst>
      <p:ext uri="{BB962C8B-B14F-4D97-AF65-F5344CB8AC3E}">
        <p14:creationId xmlns:p14="http://schemas.microsoft.com/office/powerpoint/2010/main" val="10526751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7" name=""/>
          <p:cNvCxnSpPr>
            <a:stCxn xmlns:a="http://schemas.openxmlformats.org/drawingml/2006/main" id="122" idx="0"/>
            <a:endCxn xmlns:a="http://schemas.openxmlformats.org/drawingml/2006/main" id="117" idx="2"/>
          </p:cNvCxnSpPr>
          <p:nvPr/>
        </p:nvCxnSpPr>
        <p:spPr>
          <a:xfrm xmlns:a="http://schemas.openxmlformats.org/drawingml/2006/main" flipV="1">
            <a:off x="4591050" y="243840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117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5829300" y="1952625"/>
            <a:ext cx="7429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5829300" y="1838325"/>
            <a:ext cx="74295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2609850" y="19526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5D57"/>
            </a:solidFill>
            <a:tailEnd type="triangle" w="sm" len="sm"/>
          </a:ln>
        </p:spPr>
      </p:cxnSp>
      <p:pic>
        <p:nvPicPr>
          <p:cNvPr id="131" name="Google Shape;10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70995a72c3496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2" name="Google Shape;10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7345020b64d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F4B6EEE7-4250-47C5-8CE0-203505F2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3B184878-E1B7-417B-B94E-4D1FF9A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90A3EE0-A28F-4AAA-9154-06CADEA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BE8A49-DBB9-4AB8-9311-E20CE38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FDE85C-882B-47F7-B812-2C52CB7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6210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Firebase Hosting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React / Vite web app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CBD812C-8B5E-4605-A2A1-C66307E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Cloud Run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Java / Spring Boot API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JWT + role / ownership checks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6121AD-7EA5-4A1A-AEE3-33D228C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62075"/>
            <a:ext cx="220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Gemini API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Intake + preparation drafts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Embeddings for similarity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A0B617-DC3A-4657-BE2D-7B14ADAA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24175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Supabase PostgreSQL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Restricted application role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Certificate-verified TLS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0BA73DA-8C5B-406B-8648-0D9BB84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24175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CCBDB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Secret Manager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Runtime secrets</a:t>
            </a:r>
          </a:p>
          <a:p xmlns:a="http://schemas.openxmlformats.org/drawingml/2006/main">
            <a:pPr algn="ctr">
              <a:def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Restricted service identity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1ACF69F-B943-4F3A-9B55-A2C7D32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719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Cloud Build + Artifact Registry → tested backend container → Cloud Run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00BDCE6-2BFA-4B10-BF34-FC058E1D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86275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1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Firestore is not used. PostgreSQL is the system of record for the current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1476879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5" name="Google Shape;11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b4ca595eb843d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6" name="Google Shape;117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2abcab0a3442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750BF3E1-5DE6-47FD-824F-727417A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A3562B3C-44AB-40DD-AB1F-D0DDB97D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35946FF-5844-4325-B652-2178652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0E54961-4FC2-48D6-A3AD-FA30CA6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09</a:t>
            </a:r>
          </a:p>
        </p:txBody>
      </p:sp>
      <p:graphicFrame>
        <p:nvGraphicFramePr>
          <p:cNvPr id="131" name=""/>
          <p:cNvGraphicFramePr/>
          <p:nvPr/>
        </p:nvGraphicFramePr>
        <p:xfrm>
          <a:off xmlns:a="http://schemas.openxmlformats.org/drawingml/2006/main" x="361950" y="1323975"/>
          <a:ext xmlns:a="http://schemas.openxmlformats.org/drawingml/2006/main" cx="84201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5029200"/>
                <a:gridCol w="1047750"/>
              </a:tblGrid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solidFill>
                      <a:srgbClr val="A9422A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How Irene uses it</a:t>
                      </a:r>
                    </a:p>
                  </a:txBody>
                  <a:tcPr marL="91440" marR="91440" marT="45720" marB="45720" anchor="ctr">
                    <a:solidFill>
                      <a:srgbClr val="A9422A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A9422A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Firebase Hosting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HTTPS delivery of the React / Vite web app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Live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Spring Boot workflow, access checks and matching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 API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Draft summaries, facilitator preparation, embeddings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Live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Secret Manager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Database, JWT and Gemini secrets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Cloud Build / Artifact Registry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Build, test and store the backend container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Used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Google Stitch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UI exploration and coral interface refinement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Used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Supabase PostgreSQL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Intakes, programs, circles and invitations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Live</a:t>
                      </a:r>
                    </a:p>
                  </a:txBody>
                  <a:tcPr marL="91440" marR="91440" marT="45720" marB="45720" anchor="ctr">
                    <a:solidFill>
                      <a:srgbClr val="FFF6F1"/>
                    </a:solidFill>
                  </a:tcPr>
                </a:tc>
              </a:tr>
              <a:tr h="368300"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Firestore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Not integrated; PostgreSQL stores application 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r>
                        <a:rPr sz="1200" b="0">
                          <a:solidFill>
                            <a:srgbClr val="26211E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Not used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2348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12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d781a8941f46e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5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c81b2ff4c45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AF59A6C5-8D15-4264-8F7A-0705E5A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C359E93E-FAAE-423A-9FE9-77200386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F1F891-DD66-47C8-9C2A-FC47D3A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A8B6A3F-3BBB-490C-8A1A-01E7CC7D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F46DDD1-9420-43E8-8EAF-E0924FA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4302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Light-use deployment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D07AA5-EC11-4207-9DD7-B8CBE0A3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8420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Target: ₹0 while usage fits free allowances and trial credit.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Firebase Spark + Supabase Free; Google backend on trial.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Actual charges depend on usage; zero cost is not guaranteed.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061F01A-3120-4E76-A16E-F6EEFEED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38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Shared-session illustration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75126C0-8465-49A1-9509-6D46B814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813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₹2,400 total ÷ 4 participants = ₹600 per person.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The same total ÷ 6 = ₹400 per person.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Illustrative arithmetic; not market pricing or a clinical comparison.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3B31799-EB36-4909-8930-B20AF99D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384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Operating model to validate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9C2144B-74F7-4918-9AAC-3D04416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81325"/>
            <a:ext cx="385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 transparent coordination fee could fund operations.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Screening, preparation, unfilled seats and support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must be costed before setting real prices.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6320DDC-AD49-48E8-9AD5-9774621B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842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Cost controls: Cloud Run min 0 / max 2; ₹500 monthly budget alert. Alerts are not caps.</a:t>
            </a:r>
          </a:p>
        </p:txBody>
      </p:sp>
    </p:spTree>
    <p:extLst>
      <p:ext uri="{BB962C8B-B14F-4D97-AF65-F5344CB8AC3E}">
        <p14:creationId xmlns:p14="http://schemas.microsoft.com/office/powerpoint/2010/main" val="3594266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5" name="Google Shape;13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74cc00ea874e4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6" name="Google Shape;133;p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43fd236d9464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FB391523-BFCE-4234-9E6C-26DF3047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ACEAF9C6-AC7F-4AEB-8CA2-FB550AD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B366F9-6CB7-4228-BBB4-79B8F8D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10713A2-92C3-408B-AC54-2A41D67C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FAA8497-6377-4431-821B-EA636DD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28725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A human reviews the fit. The participant makes the final choice.</a:t>
            </a:r>
          </a:p>
        </p:txBody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47b8677440df"/>
          <a:srcRect xmlns:a="http://schemas.openxmlformats.org/drawingml/2006/main" l="25000" t="8000" r="2500" b="6000"/>
          <a:stretch xmlns:a="http://schemas.openxmlformats.org/drawingml/2006/main"/>
        </p:blipFill>
        <p:spPr>
          <a:xfrm xmlns:a="http://schemas.openxmlformats.org/drawingml/2006/main">
            <a:off x="1072068" y="1638300"/>
            <a:ext cx="2618363" cy="2667000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e7fff124c4b44"/>
          <a:srcRect xmlns:a="http://schemas.openxmlformats.org/drawingml/2006/main" l="25000" t="17000" r="2500" b="1500"/>
          <a:stretch xmlns:a="http://schemas.openxmlformats.org/drawingml/2006/main"/>
        </p:blipFill>
        <p:spPr>
          <a:xfrm xmlns:a="http://schemas.openxmlformats.org/drawingml/2006/main">
            <a:off x="5371757" y="1638300"/>
            <a:ext cx="2762935" cy="2667000"/>
          </a:xfrm>
          <a:prstGeom xmlns:a="http://schemas.openxmlformats.org/drawingml/2006/main" prst="rect">
            <a:avLst/>
          </a:prstGeom>
        </p:spPr>
      </p:pic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C42D9AC-C22D-4067-AA5E-B370388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91025"/>
            <a:ext cx="403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Therapist review of a confirmed intake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6B8A913-12E7-445E-A244-DF63C6DA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9102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 ₹500 quote with accept / decline</a:t>
            </a:r>
          </a:p>
        </p:txBody>
      </p:sp>
    </p:spTree>
    <p:extLst>
      <p:ext uri="{BB962C8B-B14F-4D97-AF65-F5344CB8AC3E}">
        <p14:creationId xmlns:p14="http://schemas.microsoft.com/office/powerpoint/2010/main" val="19881436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8" name="Google Shape;14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e561055e664c1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9" name="Google Shape;141;p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7c109ac6c4b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46900DFF-ECCE-40E0-BB30-3AF521B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7778287-E232-43CB-8BA9-BF4AC321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952C849-0578-4ADC-89BF-EA61070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7B6D1BF-2139-4AB0-B8B8-CFBBB1B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12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81F8D28-583E-44BC-9181-146CD8B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52550"/>
            <a:ext cx="257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30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A7421E4-DB54-401B-8CB1-765A5DA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479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Backend tests passed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E387550-2DB2-4659-B8D8-90D2A7D4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52550"/>
            <a:ext cx="257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6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B082AEA-5FEA-43CC-9D3A-038C25F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479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Frontend routing tests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98B320F-E443-40A4-83DF-89DB9A2C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52550"/>
            <a:ext cx="257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52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35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22B700B-9C9F-4CDC-828C-33BBCBFD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Live workflow checks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8409C42-7C14-439E-A5B2-E3884DE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6702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What was verified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0A21E3B-96F8-460B-80D0-A0416E5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9925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Fictional intake → real Gemini generation / embeddings → therapist review →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matching → group approval → fixed quote → acceptance → cancellation / deletion.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AA8943D-3E3A-405F-9D65-D50C736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0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What this evidence does not establish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8CED7C7-DA32-4769-B878-16EAB43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5290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Clinical suitability, crisis-detection accuracy, real-user outcomes or high-load performance.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The next evaluation should measure affordability, access and participant control.</a:t>
            </a:r>
          </a:p>
        </p:txBody>
      </p:sp>
    </p:spTree>
    <p:extLst>
      <p:ext uri="{BB962C8B-B14F-4D97-AF65-F5344CB8AC3E}">
        <p14:creationId xmlns:p14="http://schemas.microsoft.com/office/powerpoint/2010/main" val="6678900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2" name="Google Shape;14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34e4811af341d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3" name="Google Shape;14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2fa4f29e643a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83A1CD62-1D20-4D7D-BAAA-B76E119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CA9353A1-7580-4F1C-89C5-CE7874D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0" y="663825"/>
            <a:ext cx="8943000" cy="5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1D655AC-331F-4FC4-AD87-0DDF884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8C45D15-9B99-4BE2-940B-D8A1AB4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13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03785EC-DDDD-4E04-AF62-52EBC4B6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2397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Next: establish safe, appropriate group criteria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B96E005-94D5-4B97-8C3A-517721ED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66875"/>
            <a:ext cx="842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Work with qualified clinicians on suitability, consent, escalation and the limits of AI.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Evaluate labelled fictional cases before considering any service trial.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81CC15C-084A-4B62-BB9D-D5BA6462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38400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Then: validate access and economics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DAB8894-F34E-46C2-B4EE-1741E600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81300"/>
            <a:ext cx="842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Explore campus counselling and nonprofit pilots. Measure out-of-pocket cost,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time to an appropriate group, attendance, comfort and therapist preparation time.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4116E78-8D4E-494E-9F86-32F11E2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52825"/>
            <a:ext cx="842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Grow only after the foundations are tested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15CF14C-4B13-4ACC-A6A2-9B059820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95725"/>
            <a:ext cx="842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Validate sustainable pricing, accessibility and language support. Add paid sessions</a:t>
            </a:r>
          </a:p>
          <a:p xmlns:a="http://schemas.openxmlformats.org/drawingml/2006/main">
            <a:pPr>
              <a:def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35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stronger operational governance only after professional and user review.</a:t>
            </a:r>
          </a:p>
        </p:txBody>
      </p:sp>
    </p:spTree>
    <p:extLst>
      <p:ext uri="{BB962C8B-B14F-4D97-AF65-F5344CB8AC3E}">
        <p14:creationId xmlns:p14="http://schemas.microsoft.com/office/powerpoint/2010/main" val="4897642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0" name="Google Shape;156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0dad68b27d4db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1" name="Google Shape;157;p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b5746ac2449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B42F94BD-82BD-4397-973C-43D54F9E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5AE946A6-2DFD-4707-80D0-BFBF09C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94302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Google Sans Flex Medium"/>
                <a:ea typeface="Google Sans Flex Medium"/>
                <a:cs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8FF7426-B9CB-4F0F-AC7D-EA71FBC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94B70E6-BCB3-45C0-A8E9-67904334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14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26472D1-8B04-4072-9483-FC86C90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GitHub Public Repository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EB82CB6-EB99-424A-8649-55182B5A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716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57167eeabaae4b26"/>
              </a:rPr>
              <a:t>github.com/TheAverageGatsby13/project-irene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13952C1-A598-409F-9BF1-DDEA9AF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336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Demo Video Link (3 Minutes)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B19DA00-4945-44B5-89F5-326EFCC1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2417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e2b64da0ee2142f0"/>
              </a:rPr>
              <a:t>Watch the narrated product demo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E66CAA1-6DFD-4331-9B31-F810641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861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Final Product Link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96AC6DA-2313-43E0-9D93-C0810F1A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767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  <a:hlinkClick xmlns:r="http://schemas.openxmlformats.org/officeDocument/2006/relationships" r:id="R31c76fab7e3a4e79"/>
              </a:rPr>
              <a:t>project-irene-fd39e.web.app</a:t>
            </a:r>
          </a:p>
        </p:txBody>
      </p:sp>
    </p:spTree>
    <p:extLst>
      <p:ext uri="{BB962C8B-B14F-4D97-AF65-F5344CB8AC3E}">
        <p14:creationId xmlns:p14="http://schemas.microsoft.com/office/powerpoint/2010/main" val="10474544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5" name="Google Shape;164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6868d7a2234aa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6" name="Google Shape;165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804de500a452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CB03C572-80F7-4D7D-9B6E-6CEDEA5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BB6F3A3-F937-45D6-90DE-B5AB13B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577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MODEL CITIZENS  /  PROJECT IRENE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E438569-09E0-4B57-9FC0-4F5B555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825" b="0">
                <a:solidFill>
                  <a:srgbClr val="665D57"/>
                </a:solidFill>
                <a:latin typeface="Google Sans Flex"/>
                <a:ea typeface="Google Sans Flex"/>
                <a:cs typeface="Google Sans Flex"/>
              </a:rPr>
              <a:t>15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D014F07-9B46-40BF-8076-B9C8FFA9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810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Why this belongs in Sustainability &amp; Social Impact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E91B3FB-6EC2-48EF-9757-AF4B19E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90675"/>
            <a:ext cx="8420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8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The first step towards support should not</a:t>
            </a:r>
          </a:p>
          <a:p xmlns:a="http://schemas.openxmlformats.org/drawingml/2006/main">
            <a:pPr>
              <a:defRPr sz="28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850" b="1">
                <a:solidFill>
                  <a:srgbClr val="A9422A"/>
                </a:solidFill>
                <a:latin typeface="Google Sans Flex"/>
                <a:ea typeface="Google Sans Flex"/>
                <a:cs typeface="Google Sans Flex"/>
              </a:rPr>
              <a:t>feel out of reach.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2B31466-B9F4-4702-B901-5090FC7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33675"/>
            <a:ext cx="8420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For someone worried about the fee.</a:t>
            </a:r>
          </a:p>
          <a:p xmlns:a="http://schemas.openxmlformats.org/drawingml/2006/main">
            <a:pPr>
              <a:def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For someone protecting their parents from worry.</a:t>
            </a:r>
          </a:p>
          <a:p xmlns:a="http://schemas.openxmlformats.org/drawingml/2006/main">
            <a:pPr>
              <a:def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875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For someone who wants to speak, but needs to begin privately.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2D5DDB1-3E1F-4DEB-B020-F0991E8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7670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Our intended impact: a lower financial barrier, more choice over disclosure,</a:t>
            </a:r>
          </a:p>
          <a:p xmlns:a="http://schemas.openxmlformats.org/drawingml/2006/main">
            <a:pPr>
              <a:def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6211E"/>
                </a:solidFill>
                <a:latin typeface="Google Sans Flex"/>
                <a:ea typeface="Google Sans Flex"/>
                <a:cs typeface="Google Sans Flex"/>
              </a:rPr>
              <a:t>and a path into professionally guided community.</a:t>
            </a:r>
          </a:p>
        </p:txBody>
      </p:sp>
    </p:spTree>
    <p:extLst>
      <p:ext uri="{BB962C8B-B14F-4D97-AF65-F5344CB8AC3E}">
        <p14:creationId xmlns:p14="http://schemas.microsoft.com/office/powerpoint/2010/main" val="20532868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oogle Shape;171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4fe5df852f42e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72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63d664057466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1442039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2026-10-11T19:51:17.9710000Z</dcterms:created>
  <dcterms:modified xsi:type="dcterms:W3CDTF">2026-10-11T19:51:17.9710000Z</dcterms:modified>
</coreProperties>
</file>