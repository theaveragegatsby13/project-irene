
<file path=[Content_Types].xml><?xml version="1.0" encoding="utf-8"?>
<Types xmlns="http://schemas.openxmlformats.org/package/2006/content-types">
  <Default Extension="xml" ContentType="application/vnd.openxmlformats-package.core-properties+xml"/>
  <Default Extension="dat" ContentType="application/x-fontdata"/>
  <Default Extension="png" ContentType="image/png"/>
  <Default Extension="jpeg" ContentType="image/jpe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5.xml" ContentType="application/vnd.openxmlformats-officedocument.presentationml.notesSlide+xml"/>
  <Override PartName="/ppt/slides/slide16.xml" ContentType="application/vnd.openxmlformats-officedocument.presentationml.slide+xml"/>
  <Override PartName="/ppt/notesSlides/notesSlide16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2a3620027ecf4938" /><Relationship Type="http://schemas.openxmlformats.org/officeDocument/2006/relationships/extended-properties" Target="/docProps/app.xml" Id="Rbddb42228e5442b9" /><Relationship Type="http://schemas.openxmlformats.org/officeDocument/2006/relationships/officeDocument" Target="/ppt/presentation.xml" Id="R91ade7cfd19e4845" /></Relationships>
</file>

<file path=ppt/presentation.xml><?xml version="1.0" encoding="utf-8"?>
<p:presentation xmlns:p="http://schemas.openxmlformats.org/presentationml/2006/main" embedTrueTypeFonts="1" saveSubsetFonts="0">
  <p:sldMasterIdLst>
    <p:sldMasterId xmlns:r="http://schemas.openxmlformats.org/officeDocument/2006/relationships" id="2147483648" r:id="Rf82d6318373c4427"/>
  </p:sldMasterIdLst>
  <p:notesMasterIdLst>
    <p:notesMasterId xmlns:r="http://schemas.openxmlformats.org/officeDocument/2006/relationships" r:id="R55af141a9a91461f"/>
  </p:notesMasterIdLst>
  <p:sldIdLst>
    <p:sldId xmlns:r="http://schemas.openxmlformats.org/officeDocument/2006/relationships" id="256" r:id="R90bb4c7345bc40cf"/>
    <p:sldId xmlns:r="http://schemas.openxmlformats.org/officeDocument/2006/relationships" id="257" r:id="Rc46abe00eacc4fbd"/>
    <p:sldId xmlns:r="http://schemas.openxmlformats.org/officeDocument/2006/relationships" id="258" r:id="Rf3714d8e49d64aa4"/>
    <p:sldId xmlns:r="http://schemas.openxmlformats.org/officeDocument/2006/relationships" id="259" r:id="R9f3498fad9494989"/>
    <p:sldId xmlns:r="http://schemas.openxmlformats.org/officeDocument/2006/relationships" id="260" r:id="R68455f57373a4559"/>
    <p:sldId xmlns:r="http://schemas.openxmlformats.org/officeDocument/2006/relationships" id="261" r:id="R23fff55b99f44afa"/>
    <p:sldId xmlns:r="http://schemas.openxmlformats.org/officeDocument/2006/relationships" id="262" r:id="Ra9c84be9d87c438c"/>
    <p:sldId xmlns:r="http://schemas.openxmlformats.org/officeDocument/2006/relationships" id="263" r:id="Rbc3125a9dd0b4a63"/>
    <p:sldId xmlns:r="http://schemas.openxmlformats.org/officeDocument/2006/relationships" id="264" r:id="R1cb98cf856164204"/>
    <p:sldId xmlns:r="http://schemas.openxmlformats.org/officeDocument/2006/relationships" id="265" r:id="R01bad33f4335462e"/>
    <p:sldId xmlns:r="http://schemas.openxmlformats.org/officeDocument/2006/relationships" id="266" r:id="Rdeb2233a0a334bad"/>
    <p:sldId xmlns:r="http://schemas.openxmlformats.org/officeDocument/2006/relationships" id="267" r:id="R8121f76cf68e441f"/>
    <p:sldId xmlns:r="http://schemas.openxmlformats.org/officeDocument/2006/relationships" id="268" r:id="R73e22d4bcc434f21"/>
    <p:sldId xmlns:r="http://schemas.openxmlformats.org/officeDocument/2006/relationships" id="269" r:id="Rebfd2b0d4d124a18"/>
    <p:sldId xmlns:r="http://schemas.openxmlformats.org/officeDocument/2006/relationships" id="270" r:id="R6a163afca3234aed"/>
    <p:sldId xmlns:r="http://schemas.openxmlformats.org/officeDocument/2006/relationships" id="271" r:id="Rc78e485df60b4ef3"/>
  </p:sldIdLst>
  <p:sldSz cx="9144000" cy="5143500"/>
  <p:notesSz cx="6858000" cy="9144000"/>
  <p:embeddedFontLst>
    <p:embeddedFont>
      <p:font typeface="Google Sans Flex Medium"/>
      <p:regular xmlns:r="http://schemas.openxmlformats.org/officeDocument/2006/relationships" r:id="Rf753d3bd16ca4ade"/>
      <p:bold xmlns:r="http://schemas.openxmlformats.org/officeDocument/2006/relationships" r:id="R680633637e434962"/>
    </p:embeddedFont>
    <p:embeddedFont>
      <p:font typeface="Google Sans Flex"/>
      <p:regular xmlns:r="http://schemas.openxmlformats.org/officeDocument/2006/relationships" r:id="R800fcb10882f4e1c"/>
      <p:bold xmlns:r="http://schemas.openxmlformats.org/officeDocument/2006/relationships" r:id="R16f9d30fe7104131"/>
    </p:embeddedFont>
    <p:embeddedFont>
      <p:font typeface="Google Sans Flex SemiBold"/>
      <p:regular xmlns:r="http://schemas.openxmlformats.org/officeDocument/2006/relationships" r:id="Re52c896f7e6b43db"/>
      <p:bold xmlns:r="http://schemas.openxmlformats.org/officeDocument/2006/relationships" r:id="Reb22b6189cef4569"/>
    </p:embeddedFont>
  </p:embeddedFontLst>
  <p:defaultTextStyle>
    <a:defPPr xmlns:a="http://schemas.openxmlformats.org/drawingml/2006/main" marR="0" algn="l">
      <a:lnSpc>
        <a:spcPct val="100000"/>
      </a:lnSpc>
      <a:spcBef>
        <a:spcPts val="0"/>
      </a:spcBef>
      <a:spcAft>
        <a:spcPts val="0"/>
      </a:spcAft>
      <a:buNone/>
    </a:defPPr>
    <a:lvl1pPr xmlns:a="http://schemas.openxmlformats.org/drawingml/2006/main" marR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buNone/>
      <a:defRPr sz="1400" b="0" i="0" u="none" strike="noStrike" cap="none" spc="0">
        <a:solidFill>
          <a:srgbClr val="000000"/>
        </a:solidFill>
        <a:latin typeface="Arial"/>
        <a:ea typeface="Arial"/>
        <a:cs typeface="Arial"/>
      </a:defRPr>
    </a:lvl1pPr>
    <a:lvl2pPr xmlns:a="http://schemas.openxmlformats.org/drawingml/2006/main" marR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buNone/>
      <a:defRPr sz="1400" b="0" i="0" u="none" strike="noStrike" cap="none" spc="0">
        <a:solidFill>
          <a:srgbClr val="000000"/>
        </a:solidFill>
        <a:latin typeface="Arial"/>
        <a:ea typeface="Arial"/>
        <a:cs typeface="Arial"/>
      </a:defRPr>
    </a:lvl2pPr>
    <a:lvl3pPr xmlns:a="http://schemas.openxmlformats.org/drawingml/2006/main" marR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buNone/>
      <a:defRPr sz="1400" b="0" i="0" u="none" strike="noStrike" cap="none" spc="0">
        <a:solidFill>
          <a:srgbClr val="000000"/>
        </a:solidFill>
        <a:latin typeface="Arial"/>
        <a:ea typeface="Arial"/>
        <a:cs typeface="Arial"/>
      </a:defRPr>
    </a:lvl3pPr>
    <a:lvl4pPr xmlns:a="http://schemas.openxmlformats.org/drawingml/2006/main" marR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buNone/>
      <a:defRPr sz="1400" b="0" i="0" u="none" strike="noStrike" cap="none" spc="0">
        <a:solidFill>
          <a:srgbClr val="000000"/>
        </a:solidFill>
        <a:latin typeface="Arial"/>
        <a:ea typeface="Arial"/>
        <a:cs typeface="Arial"/>
      </a:defRPr>
    </a:lvl4pPr>
    <a:lvl5pPr xmlns:a="http://schemas.openxmlformats.org/drawingml/2006/main" marR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buNone/>
      <a:defRPr sz="1400" b="0" i="0" u="none" strike="noStrike" cap="none" spc="0">
        <a:solidFill>
          <a:srgbClr val="000000"/>
        </a:solidFill>
        <a:latin typeface="Arial"/>
        <a:ea typeface="Arial"/>
        <a:cs typeface="Arial"/>
      </a:defRPr>
    </a:lvl5pPr>
    <a:lvl6pPr xmlns:a="http://schemas.openxmlformats.org/drawingml/2006/main" marR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buNone/>
      <a:defRPr sz="1400" b="0" i="0" u="none" strike="noStrike" cap="none" spc="0">
        <a:solidFill>
          <a:srgbClr val="000000"/>
        </a:solidFill>
        <a:latin typeface="Arial"/>
        <a:ea typeface="Arial"/>
        <a:cs typeface="Arial"/>
      </a:defRPr>
    </a:lvl6pPr>
    <a:lvl7pPr xmlns:a="http://schemas.openxmlformats.org/drawingml/2006/main" marR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buNone/>
      <a:defRPr sz="1400" b="0" i="0" u="none" strike="noStrike" cap="none" spc="0">
        <a:solidFill>
          <a:srgbClr val="000000"/>
        </a:solidFill>
        <a:latin typeface="Arial"/>
        <a:ea typeface="Arial"/>
        <a:cs typeface="Arial"/>
      </a:defRPr>
    </a:lvl7pPr>
    <a:lvl8pPr xmlns:a="http://schemas.openxmlformats.org/drawingml/2006/main" marR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buNone/>
      <a:defRPr sz="1400" b="0" i="0" u="none" strike="noStrike" cap="none" spc="0">
        <a:solidFill>
          <a:srgbClr val="000000"/>
        </a:solidFill>
        <a:latin typeface="Arial"/>
        <a:ea typeface="Arial"/>
        <a:cs typeface="Arial"/>
      </a:defRPr>
    </a:lvl8pPr>
    <a:lvl9pPr xmlns:a="http://schemas.openxmlformats.org/drawingml/2006/main" marR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buNone/>
      <a:defRPr sz="1400" b="0" i="0" u="none" strike="noStrike" cap="none" spc="0">
        <a:solidFill>
          <a:srgbClr val="000000"/>
        </a:solidFill>
        <a:latin typeface="Arial"/>
        <a:ea typeface="Arial"/>
        <a:cs typeface="Arial"/>
      </a:defRPr>
    </a:lvl9pPr>
  </p:defaultTextStyle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>
  <p:slideViewPr>
    <p:cSldViewPr snapToGrid="0">
      <p:cViewPr>
        <p:scale>
          <a:sx xmlns:a="http://schemas.openxmlformats.org/drawingml/2006/main" n="1" d="1"/>
          <a:sy xmlns:a="http://schemas.openxmlformats.org/drawingml/2006/main" n="1" d="1"/>
        </p:scale>
        <p:origin x="0" y="0"/>
      </p:cViewPr>
      <p:guideLst/>
    </p:cSldViewPr>
  </p:slideViewPr>
</p:viewPr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bd893b3fe6214d30" /><Relationship Type="http://schemas.openxmlformats.org/officeDocument/2006/relationships/slideMaster" Target="/ppt/slideMasters/slideMaster1.xml" Id="Rf82d6318373c4427" /><Relationship Type="http://schemas.openxmlformats.org/officeDocument/2006/relationships/notesMaster" Target="/ppt/notesMasters/notesMaster1.xml" Id="R55af141a9a91461f" /><Relationship Type="http://schemas.openxmlformats.org/officeDocument/2006/relationships/presProps" Target="/ppt/presProps.xml" Id="R7490baa91ad840eb" /><Relationship Type="http://schemas.openxmlformats.org/officeDocument/2006/relationships/viewProps" Target="/ppt/viewProps.xml" Id="R218bb415a71d497c" /><Relationship Type="http://schemas.openxmlformats.org/officeDocument/2006/relationships/tableStyles" Target="/ppt/tableStyles.xml" Id="R3083a81706e9447b" /><Relationship Type="http://schemas.openxmlformats.org/officeDocument/2006/relationships/font" Target="/ppt/fonts/font.dat" Id="Rf753d3bd16ca4ade" /><Relationship Type="http://schemas.openxmlformats.org/officeDocument/2006/relationships/font" Target="/ppt/fonts/font2.dat" Id="R680633637e434962" /><Relationship Type="http://schemas.openxmlformats.org/officeDocument/2006/relationships/font" Target="/ppt/fonts/font3.dat" Id="R800fcb10882f4e1c" /><Relationship Type="http://schemas.openxmlformats.org/officeDocument/2006/relationships/font" Target="/ppt/fonts/font4.dat" Id="R16f9d30fe7104131" /><Relationship Type="http://schemas.openxmlformats.org/officeDocument/2006/relationships/font" Target="/ppt/fonts/font5.dat" Id="Re52c896f7e6b43db" /><Relationship Type="http://schemas.openxmlformats.org/officeDocument/2006/relationships/font" Target="/ppt/fonts/font6.dat" Id="Reb22b6189cef4569" /><Relationship Type="http://schemas.openxmlformats.org/officeDocument/2006/relationships/slide" Target="/ppt/slides/slide1.xml" Id="R90bb4c7345bc40cf" /><Relationship Type="http://schemas.openxmlformats.org/officeDocument/2006/relationships/slide" Target="/ppt/slides/slide2.xml" Id="Rc46abe00eacc4fbd" /><Relationship Type="http://schemas.openxmlformats.org/officeDocument/2006/relationships/slide" Target="/ppt/slides/slide3.xml" Id="Rf3714d8e49d64aa4" /><Relationship Type="http://schemas.openxmlformats.org/officeDocument/2006/relationships/slide" Target="/ppt/slides/slide4.xml" Id="R9f3498fad9494989" /><Relationship Type="http://schemas.openxmlformats.org/officeDocument/2006/relationships/slide" Target="/ppt/slides/slide5.xml" Id="R68455f57373a4559" /><Relationship Type="http://schemas.openxmlformats.org/officeDocument/2006/relationships/slide" Target="/ppt/slides/slide6.xml" Id="R23fff55b99f44afa" /><Relationship Type="http://schemas.openxmlformats.org/officeDocument/2006/relationships/slide" Target="/ppt/slides/slide7.xml" Id="Ra9c84be9d87c438c" /><Relationship Type="http://schemas.openxmlformats.org/officeDocument/2006/relationships/slide" Target="/ppt/slides/slide8.xml" Id="Rbc3125a9dd0b4a63" /><Relationship Type="http://schemas.openxmlformats.org/officeDocument/2006/relationships/slide" Target="/ppt/slides/slide9.xml" Id="R1cb98cf856164204" /><Relationship Type="http://schemas.openxmlformats.org/officeDocument/2006/relationships/slide" Target="/ppt/slides/slide10.xml" Id="R01bad33f4335462e" /><Relationship Type="http://schemas.openxmlformats.org/officeDocument/2006/relationships/slide" Target="/ppt/slides/slide11.xml" Id="Rdeb2233a0a334bad" /><Relationship Type="http://schemas.openxmlformats.org/officeDocument/2006/relationships/slide" Target="/ppt/slides/slide12.xml" Id="R8121f76cf68e441f" /><Relationship Type="http://schemas.openxmlformats.org/officeDocument/2006/relationships/slide" Target="/ppt/slides/slide13.xml" Id="R73e22d4bcc434f21" /><Relationship Type="http://schemas.openxmlformats.org/officeDocument/2006/relationships/slide" Target="/ppt/slides/slide14.xml" Id="Rebfd2b0d4d124a18" /><Relationship Type="http://schemas.openxmlformats.org/officeDocument/2006/relationships/slide" Target="/ppt/slides/slide15.xml" Id="R6a163afca3234aed" /><Relationship Type="http://schemas.openxmlformats.org/officeDocument/2006/relationships/slide" Target="/ppt/slides/slide16.xml" Id="Rc78e485df60b4ef3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096d97eedc684497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Simple Light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>
          <a:solidFill>
            <a:schemeClr val="phClr">
              <a:shade val="95000"/>
              <a:satMod val="105000"/>
            </a:schemeClr>
          </a:solidFill>
          <a:prstDash val="solid"/>
        </a:ln>
        <a:ln w="25400">
          <a:solidFill>
            <a:schemeClr val="phClr"/>
          </a:solidFill>
          <a:prstDash val="solid"/>
        </a:ln>
        <a:ln w="38100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a8453d28511d4f79" /><Relationship Type="http://schemas.openxmlformats.org/officeDocument/2006/relationships/notesMaster" Target="/ppt/notesMasters/notesMaster1.xml" Id="Rd7760c49484e4a79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fcad3e68e1d641ea" /><Relationship Type="http://schemas.openxmlformats.org/officeDocument/2006/relationships/notesMaster" Target="/ppt/notesMasters/notesMaster1.xml" Id="R886532acc0ec4059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c011558486a44eed" /><Relationship Type="http://schemas.openxmlformats.org/officeDocument/2006/relationships/notesMaster" Target="/ppt/notesMasters/notesMaster1.xml" Id="R4c4e61d466324533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a52bc5ee3c4c4892" /><Relationship Type="http://schemas.openxmlformats.org/officeDocument/2006/relationships/notesMaster" Target="/ppt/notesMasters/notesMaster1.xml" Id="Rb82894384aea45fb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c9b43d9ea3ee4df0" /><Relationship Type="http://schemas.openxmlformats.org/officeDocument/2006/relationships/notesMaster" Target="/ppt/notesMasters/notesMaster1.xml" Id="R48584971f52b465a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32ea265285c2451b" /><Relationship Type="http://schemas.openxmlformats.org/officeDocument/2006/relationships/notesMaster" Target="/ppt/notesMasters/notesMaster1.xml" Id="Re9efc9a198bd4c54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ff26ef80dafe4a02" /><Relationship Type="http://schemas.openxmlformats.org/officeDocument/2006/relationships/notesMaster" Target="/ppt/notesMasters/notesMaster1.xml" Id="R897649d09f844e52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a679e60980434a97" /><Relationship Type="http://schemas.openxmlformats.org/officeDocument/2006/relationships/notesMaster" Target="/ppt/notesMasters/notesMaster1.xml" Id="R9d772ee00a264b9e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3ee1d7df230246c3" /><Relationship Type="http://schemas.openxmlformats.org/officeDocument/2006/relationships/notesMaster" Target="/ppt/notesMasters/notesMaster1.xml" Id="R9abb6e12769941fb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ac20a01290754ab8" /><Relationship Type="http://schemas.openxmlformats.org/officeDocument/2006/relationships/notesMaster" Target="/ppt/notesMasters/notesMaster1.xml" Id="Rd7e4ebc2ddc14e34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1f4f569c152e421a" /><Relationship Type="http://schemas.openxmlformats.org/officeDocument/2006/relationships/notesMaster" Target="/ppt/notesMasters/notesMaster1.xml" Id="R5647193874264b5d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00ae2d2ea2a54989" /><Relationship Type="http://schemas.openxmlformats.org/officeDocument/2006/relationships/notesMaster" Target="/ppt/notesMasters/notesMaster1.xml" Id="Rb89ba05bebfb49ee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e9f7e7b24bf54339" /><Relationship Type="http://schemas.openxmlformats.org/officeDocument/2006/relationships/notesMaster" Target="/ppt/notesMasters/notesMaster1.xml" Id="Rbacbc85e35144f6b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d11551f818b4427b" /><Relationship Type="http://schemas.openxmlformats.org/officeDocument/2006/relationships/notesMaster" Target="/ppt/notesMasters/notesMaster1.xml" Id="Rd7814ce0b8a64695" /></Relationships>
</file>

<file path=ppt/notesSlides/_rels/notesSlide15.xml.rels>&#65279;<?xml version="1.0" encoding="utf-8"?><Relationships xmlns="http://schemas.openxmlformats.org/package/2006/relationships"><Relationship Type="http://schemas.openxmlformats.org/officeDocument/2006/relationships/slide" Target="/ppt/slides/slide15.xml" Id="Rb7933e0990b24ab2" /><Relationship Type="http://schemas.openxmlformats.org/officeDocument/2006/relationships/notesMaster" Target="/ppt/notesMasters/notesMaster1.xml" Id="R76fcf8c65ac64d11" /></Relationships>
</file>

<file path=ppt/notesSlides/_rels/notesSlide16.xml.rels>&#65279;<?xml version="1.0" encoding="utf-8"?><Relationships xmlns="http://schemas.openxmlformats.org/package/2006/relationships"><Relationship Type="http://schemas.openxmlformats.org/officeDocument/2006/relationships/slide" Target="/ppt/slides/slide16.xml" Id="R1b534909d6c34821" /><Relationship Type="http://schemas.openxmlformats.org/officeDocument/2006/relationships/notesMaster" Target="/ppt/notesMasters/notesMaster1.xml" Id="Re9286c93beeb48ba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Project Irene | Model Citizens | Team leader: Debadrita Dutta. Theme: Sustainability &amp; Social Impact, with a social-good and healthcare-access focus. Founder motivation is the personal experience supplied by the team leader, not a population study.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Founder story paraphrased from the user’s own account. Pause after “they would worry.” This is the emotional starting point, not evidence of market demand. Current implementation evidence: frontend/src/Workspace.jsx; backend workflow/ExperienceService.java; docs/DEPLOYMENT_STATUS.md, verified 10 October 2026.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Positioning is a product hypothesis, not a claim of being the first or only group-support platform. The product does not guarantee confidentiality among group members, clinical suitability or lower total operating cost. Societal theme source: https://aibuildercup.com/themes.html (accessed 10 October 2026).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Implemented features, not future promises. Gemini embeddings contribute to similarity ranking; hard filters and professional review remain separate. Meet URLs are supplied manually; calendar integration is an ICS download, not a Google Calendar API integration. No payments are collected. Evidence: application workflow and deployment verification.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Workflow implemented in ExperienceService.java and matching services. Risk signal is experimental, not a clinically validated detector. Human review is mandatory and there is no live crisis monitoring. Shape boxes and connectors are editable.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Actual deployed-app screenshots recorded 10 October 2026. All participant information shown is fictional. Images are cropped for readability without changing UI or values. Coral interface refined with Google Stitch; React/Vite implementation.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Actual deployed architecture as of 10 October 2026. Firebase Hosting Spark; Cloud Run asia-south1 minimum 0, maximum 2; Supabase PostgreSQL Free, session pooler; Secret Manager runtime identity. Gemini Developer API, not Vertex AI. Cloud SQL, Firebase Authentication, Firestore, ADK, Gemma, DLP and automated Workspace APIs are not implemented. Evidence: docs/DEPLOYMENT_STATUS.md, application-hosted.yml, GoogleAiService.java, cloudbuild.yaml.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Implementation status, not a wishlist. Gemini generation model configured as gemini-3.5-flash-lite; embeddings gemini-embedding-001 (768 dimensions). Model identifiers are configurable. Refer to docs/DEPLOYMENT_STATUS.md and backend/src/main/java/com/irene/irene/ai/service/GoogleAiService.java. Google AI Studio can support API experimentation but is not claimed as a deployed component.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No billed expenditure or revenue measurement is claimed. Cost target assumes very light demo traffic within free/trial allowances, excluding professional time and development labor. Cloud Run min0 max2 do not cap total spending. Sources: https://firebase.google.com/pricing ; https://cloud.google.com/run/pricing ; https://ai.google.dev/gemini-api/docs/pricing ; https://supabase.com/pricing . Configuration evidence: docs/DEPLOYMENT_STATUS.md. Fee arithmetic is an illustrative team assumption.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Actual live-app screenshots, fictional demo only. Demo fee INR1,000 divided by 2 invited participants gives INR500 per participant. No real payment, appointment or Meet room was created. The video-created circle was cancelled after capture.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Recorded verification dated 10 October 2026, not a benchmark against competitors. Evidence: docs/DEPLOYMENT_STATUS.md; backend/target/surefire-reports; frontend/tests/authRouting.test.js; prior live release verification. Counts refer to software checks and fictional workflows, not patients. No latency, model-accuracy or clinical-outcome percentages are claimed.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Roadmap and potential channels only: no confirmed clinician partnership, campus contract, pilot participants or revenue. Before a real-health-data pilot, professional, legal, privacy and operational review would be required. This prototype is restricted to fictional data.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Repository and deployment links must be checked without account access before submission. Public demo-video URL must be supplied before submitting this deck if the pending label remains. Prepared video: docs/submission/video/Irene-Demo-English.mp4, under three minutes, 1920x1080 with Indian English synthetic narration and captions.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Theme alignment: https://aibuildercup.com/themes.html . Founder motivation supplied directly by Debadrita Dutta. Impact is intended, not yet demonstrated through a real-user study. Closing sentiment is original pitch copy based on that experience.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b0d13ba6dd3f4ec9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ba469d67b45b4b03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90d4cc1e336c4b64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8e88458315d24c01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266c09e2fb73402b" /></Relationships>
</file>

<file path=ppt/slideLayouts/_rels/slideLayout6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241dec0a2b9f4672" /></Relationships>
</file>

<file path=ppt/slideLayouts/_rels/slideLayout7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f64f3efd032946e7" /></Relationships>
</file>

<file path=ppt/slideLayouts/_rels/slideLayout8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c626b00e25e94416" /></Relationships>
</file>

<file path=ppt/slideLayouts/_rels/slideLayout9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b1048e24f2724a7b" /></Relationships>
</file>

<file path=ppt/slideLayouts/_rels/slideLayout10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4236805853c44aa4" /></Relationships>
</file>

<file path=ppt/slideLayouts/_rels/slideLayout1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de9011a2e2b24da4" /></Relationships>
</file>

<file path=ppt/slideLayouts/slideLayout1.xml><?xml version="1.0" encoding="utf-8"?>
<ns0:sldLayout xmlns:ns0="http://schemas.openxmlformats.org/presentationml/2006/main" xmlns:ns1="http://schemas.openxmlformats.org/drawingml/2006/main" xmlns:ns2="http://schemas.microsoft.com/office/drawing/2014/main" matchingName="Title slide" type="title">
  <ns0:cSld name="TITLE">
    <ns0:spTree>
      <ns0:nvGrpSpPr>
        <ns0:cNvPr id="1" name=""/>
        <ns0:cNvGrpSpPr/>
        <ns0:nvPr/>
      </ns0:nvGrpSpPr>
      <ns0:grpSpPr>
        <ns1:xfrm/>
      </ns0:grpSpPr>
      <ns0:sp>
        <ns0:nvSpPr>
          <ns0:cNvPr id="10" name="Google Shape;10;p2">
            <ns1:extLst>
              <ns1:ext uri="{FF2B5EF4-FFF2-40B4-BE49-F238E27FC236}">
                <ns2:creationId id="{DBBF676E-E66E-4548-81CA-57BFC5FFE9BC}"/>
              </ns1:ext>
            </ns1:extLst>
          </ns0:cNvPr>
          <ns0:cNvSpPr>
            <ns1:spLocks noGrp="1"/>
          </ns0:cNvSpPr>
          <ns0:nvPr>
            <ns0:ph type="ctrTitle"/>
          </ns0:nvPr>
        </ns0:nvSpPr>
        <ns0:spPr>
          <ns1:xfrm>
            <ns1:off x="311708" y="744575"/>
            <ns1:ext cx="8520600" cy="2052600"/>
          </ns1:xfrm>
          <ns1:prstGeom prst="rect">
            <ns1:avLst/>
          </ns1:prstGeom>
        </ns0:spPr>
        <ns0:txBody>
          <ns1:bodyPr spcFirstLastPara="1" wrap="square" lIns="91425" tIns="91425" rIns="91425" bIns="91425" anchor="b">
            <ns1:normAutofit/>
          </ns1:bodyPr>
          <ns1:lstStyle>
            <ns1:lvl1pPr algn="ctr">
              <ns1:spcBef>
                <ns1:spcPts val="0"/>
              </ns1:spcBef>
              <ns1:spcAft>
                <ns1:spcPts val="0"/>
              </ns1:spcAft>
              <ns1:buSzPts val="5200"/>
              <ns1:buNone/>
              <ns1:defRPr sz="5200"/>
            </ns1:lvl1pPr>
            <ns1:lvl2pPr algn="ctr">
              <ns1:spcBef>
                <ns1:spcPts val="0"/>
              </ns1:spcBef>
              <ns1:spcAft>
                <ns1:spcPts val="0"/>
              </ns1:spcAft>
              <ns1:buSzPts val="5200"/>
              <ns1:buNone/>
              <ns1:defRPr sz="5200"/>
            </ns1:lvl2pPr>
            <ns1:lvl3pPr algn="ctr">
              <ns1:spcBef>
                <ns1:spcPts val="0"/>
              </ns1:spcBef>
              <ns1:spcAft>
                <ns1:spcPts val="0"/>
              </ns1:spcAft>
              <ns1:buSzPts val="5200"/>
              <ns1:buNone/>
              <ns1:defRPr sz="5200"/>
            </ns1:lvl3pPr>
            <ns1:lvl4pPr algn="ctr">
              <ns1:spcBef>
                <ns1:spcPts val="0"/>
              </ns1:spcBef>
              <ns1:spcAft>
                <ns1:spcPts val="0"/>
              </ns1:spcAft>
              <ns1:buSzPts val="5200"/>
              <ns1:buNone/>
              <ns1:defRPr sz="5200"/>
            </ns1:lvl4pPr>
            <ns1:lvl5pPr algn="ctr">
              <ns1:spcBef>
                <ns1:spcPts val="0"/>
              </ns1:spcBef>
              <ns1:spcAft>
                <ns1:spcPts val="0"/>
              </ns1:spcAft>
              <ns1:buSzPts val="5200"/>
              <ns1:buNone/>
              <ns1:defRPr sz="5200"/>
            </ns1:lvl5pPr>
            <ns1:lvl6pPr algn="ctr">
              <ns1:spcBef>
                <ns1:spcPts val="0"/>
              </ns1:spcBef>
              <ns1:spcAft>
                <ns1:spcPts val="0"/>
              </ns1:spcAft>
              <ns1:buSzPts val="5200"/>
              <ns1:buNone/>
              <ns1:defRPr sz="5200"/>
            </ns1:lvl6pPr>
            <ns1:lvl7pPr algn="ctr">
              <ns1:spcBef>
                <ns1:spcPts val="0"/>
              </ns1:spcBef>
              <ns1:spcAft>
                <ns1:spcPts val="0"/>
              </ns1:spcAft>
              <ns1:buSzPts val="5200"/>
              <ns1:buNone/>
              <ns1:defRPr sz="5200"/>
            </ns1:lvl7pPr>
            <ns1:lvl8pPr algn="ctr">
              <ns1:spcBef>
                <ns1:spcPts val="0"/>
              </ns1:spcBef>
              <ns1:spcAft>
                <ns1:spcPts val="0"/>
              </ns1:spcAft>
              <ns1:buSzPts val="5200"/>
              <ns1:buNone/>
              <ns1:defRPr sz="5200"/>
            </ns1:lvl8pPr>
            <ns1:lvl9pPr algn="ctr">
              <ns1:spcBef>
                <ns1:spcPts val="0"/>
              </ns1:spcBef>
              <ns1:spcAft>
                <ns1:spcPts val="0"/>
              </ns1:spcAft>
              <ns1:buSzPts val="5200"/>
              <ns1:buNone/>
              <ns1:defRPr sz="5200"/>
            </ns1:lvl9pPr>
          </ns1:lstStyle>
          <ns1:p/>
        </ns0:txBody>
      </ns0:sp>
      <ns0:sp>
        <ns0:nvSpPr>
          <ns0:cNvPr id="11" name="Google Shape;11;p2">
            <ns1:extLst>
              <ns1:ext uri="{FF2B5EF4-FFF2-40B4-BE49-F238E27FC236}">
                <ns2:creationId id="{2E80DC09-9B15-4CC3-A794-549C4750ECCE}"/>
              </ns1:ext>
            </ns1:extLst>
          </ns0:cNvPr>
          <ns0:cNvSpPr>
            <ns1:spLocks noGrp="1"/>
          </ns0:cNvSpPr>
          <ns0:nvPr>
            <ns0:ph type="subTitle" idx="1"/>
          </ns0:nvPr>
        </ns0:nvSpPr>
        <ns0:spPr>
          <ns1:xfrm>
            <ns1:off x="311700" y="2834125"/>
            <ns1:ext cx="8520600" cy="792600"/>
          </ns1:xfrm>
          <ns1:prstGeom prst="rect">
            <ns1:avLst/>
          </ns1:prstGeom>
        </ns0:spPr>
        <ns0:txBody>
          <ns1:bodyPr spcFirstLastPara="1" wrap="square" lIns="91425" tIns="91425" rIns="91425" bIns="91425" anchor="t">
            <ns1:normAutofit/>
          </ns1:bodyPr>
          <ns1:lstStyle>
            <ns1:lvl1pPr algn="ctr">
              <ns1:lnSpc>
                <ns1:spcPct val="100000"/>
              </ns1:lnSpc>
              <ns1:spcBef>
                <ns1:spcPts val="0"/>
              </ns1:spcBef>
              <ns1:spcAft>
                <ns1:spcPts val="0"/>
              </ns1:spcAft>
              <ns1:buSzPts val="2800"/>
              <ns1:buNone/>
              <ns1:defRPr sz="2800"/>
            </ns1:lvl1pPr>
            <ns1:lvl2pPr algn="ctr">
              <ns1:lnSpc>
                <ns1:spcPct val="100000"/>
              </ns1:lnSpc>
              <ns1:spcBef>
                <ns1:spcPts val="0"/>
              </ns1:spcBef>
              <ns1:spcAft>
                <ns1:spcPts val="0"/>
              </ns1:spcAft>
              <ns1:buSzPts val="2800"/>
              <ns1:buNone/>
              <ns1:defRPr sz="2800"/>
            </ns1:lvl2pPr>
            <ns1:lvl3pPr algn="ctr">
              <ns1:lnSpc>
                <ns1:spcPct val="100000"/>
              </ns1:lnSpc>
              <ns1:spcBef>
                <ns1:spcPts val="0"/>
              </ns1:spcBef>
              <ns1:spcAft>
                <ns1:spcPts val="0"/>
              </ns1:spcAft>
              <ns1:buSzPts val="2800"/>
              <ns1:buNone/>
              <ns1:defRPr sz="2800"/>
            </ns1:lvl3pPr>
            <ns1:lvl4pPr algn="ctr">
              <ns1:lnSpc>
                <ns1:spcPct val="100000"/>
              </ns1:lnSpc>
              <ns1:spcBef>
                <ns1:spcPts val="0"/>
              </ns1:spcBef>
              <ns1:spcAft>
                <ns1:spcPts val="0"/>
              </ns1:spcAft>
              <ns1:buSzPts val="2800"/>
              <ns1:buNone/>
              <ns1:defRPr sz="2800"/>
            </ns1:lvl4pPr>
            <ns1:lvl5pPr algn="ctr">
              <ns1:lnSpc>
                <ns1:spcPct val="100000"/>
              </ns1:lnSpc>
              <ns1:spcBef>
                <ns1:spcPts val="0"/>
              </ns1:spcBef>
              <ns1:spcAft>
                <ns1:spcPts val="0"/>
              </ns1:spcAft>
              <ns1:buSzPts val="2800"/>
              <ns1:buNone/>
              <ns1:defRPr sz="2800"/>
            </ns1:lvl5pPr>
            <ns1:lvl6pPr algn="ctr">
              <ns1:lnSpc>
                <ns1:spcPct val="100000"/>
              </ns1:lnSpc>
              <ns1:spcBef>
                <ns1:spcPts val="0"/>
              </ns1:spcBef>
              <ns1:spcAft>
                <ns1:spcPts val="0"/>
              </ns1:spcAft>
              <ns1:buSzPts val="2800"/>
              <ns1:buNone/>
              <ns1:defRPr sz="2800"/>
            </ns1:lvl6pPr>
            <ns1:lvl7pPr algn="ctr">
              <ns1:lnSpc>
                <ns1:spcPct val="100000"/>
              </ns1:lnSpc>
              <ns1:spcBef>
                <ns1:spcPts val="0"/>
              </ns1:spcBef>
              <ns1:spcAft>
                <ns1:spcPts val="0"/>
              </ns1:spcAft>
              <ns1:buSzPts val="2800"/>
              <ns1:buNone/>
              <ns1:defRPr sz="2800"/>
            </ns1:lvl7pPr>
            <ns1:lvl8pPr algn="ctr">
              <ns1:lnSpc>
                <ns1:spcPct val="100000"/>
              </ns1:lnSpc>
              <ns1:spcBef>
                <ns1:spcPts val="0"/>
              </ns1:spcBef>
              <ns1:spcAft>
                <ns1:spcPts val="0"/>
              </ns1:spcAft>
              <ns1:buSzPts val="2800"/>
              <ns1:buNone/>
              <ns1:defRPr sz="2800"/>
            </ns1:lvl8pPr>
            <ns1:lvl9pPr algn="ctr">
              <ns1:lnSpc>
                <ns1:spcPct val="100000"/>
              </ns1:lnSpc>
              <ns1:spcBef>
                <ns1:spcPts val="0"/>
              </ns1:spcBef>
              <ns1:spcAft>
                <ns1:spcPts val="0"/>
              </ns1:spcAft>
              <ns1:buSzPts val="2800"/>
              <ns1:buNone/>
              <ns1:defRPr sz="2800"/>
            </ns1:lvl9pPr>
          </ns1:lstStyle>
          <ns1:p/>
        </ns0:txBody>
      </ns0:sp>
      <ns0:sp>
        <ns0:nvSpPr>
          <ns0:cNvPr id="12" name="Google Shape;12;p2">
            <ns1:extLst>
              <ns1:ext uri="{FF2B5EF4-FFF2-40B4-BE49-F238E27FC236}">
                <ns2:creationId id="{37639444-9CE8-4AF0-83C6-F27670ED7761}"/>
              </ns1:ext>
            </ns1:extLst>
          </ns0:cNvPr>
          <ns0:cNvSpPr>
            <ns1:spLocks noGrp="1"/>
          </ns0:cNvSpPr>
          <ns0:nvPr>
            <ns0:ph type="sldNum" idx="12"/>
          </ns0:nvPr>
        </ns0:nvSpPr>
        <ns0:spPr>
          <ns1:xfrm>
            <ns1:off x="8472458" y="4663217"/>
            <ns1:ext cx="548700" cy="393600"/>
          </ns1:xfrm>
          <ns1:prstGeom prst="rect">
            <ns1:avLst/>
          </ns1:prstGeom>
        </ns0:spPr>
        <ns0:txBody>
          <ns1:bodyPr spcFirstLastPara="1" wrap="square" lIns="91425" tIns="91425" rIns="91425" bIns="91425" anchor="ctr">
            <ns1:normAutofit/>
          </ns1:bodyPr>
          <ns1:lstStyle>
            <ns1:lvl1pPr>
              <ns1:buNone/>
              <ns1:defRPr/>
            </ns1:lvl1pPr>
            <ns1:lvl2pPr>
              <ns1:buNone/>
              <ns1:defRPr/>
            </ns1:lvl2pPr>
            <ns1:lvl3pPr>
              <ns1:buNone/>
              <ns1:defRPr/>
            </ns1:lvl3pPr>
            <ns1:lvl4pPr>
              <ns1:buNone/>
              <ns1:defRPr/>
            </ns1:lvl4pPr>
            <ns1:lvl5pPr>
              <ns1:buNone/>
              <ns1:defRPr/>
            </ns1:lvl5pPr>
            <ns1:lvl6pPr>
              <ns1:buNone/>
              <ns1:defRPr/>
            </ns1:lvl6pPr>
            <ns1:lvl7pPr>
              <ns1:buNone/>
              <ns1:defRPr/>
            </ns1:lvl7pPr>
            <ns1:lvl8pPr>
              <ns1:buNone/>
              <ns1:defRPr/>
            </ns1:lvl8pPr>
            <ns1:lvl9pPr>
              <ns1:buNone/>
              <ns1:defRPr/>
            </ns1:lvl9pPr>
          </ns1:lstStyle>
          <ns1:p>
            <ns1:pPr marL="0" lvl="0" indent="0" algn="r">
              <ns1:spcBef>
                <ns1:spcPts val="0"/>
              </ns1:spcBef>
              <ns1:spcAft>
                <ns1:spcPts val="0"/>
              </ns1:spcAft>
              <ns1:buNone/>
            </ns1:pPr>
            <ns1:fld id="{00000000-1234-1234-1234-123412341234}" type="slidenum">
              <ns1:t>‹#›</ns1:t>
            </ns1:fld>
            <ns1:endParaRPr/>
          </ns1:p>
        </ns0:txBody>
      </ns0:sp>
    </ns0:spTree>
  </ns0:cSld>
</ns0:sldLayout>
</file>

<file path=ppt/slideLayouts/slideLayout2.xml><?xml version="1.0" encoding="utf-8"?>
<ns0:sldLayout xmlns:ns0="http://schemas.openxmlformats.org/presentationml/2006/main" xmlns:ns1="http://schemas.openxmlformats.org/drawingml/2006/main" xmlns:ns2="http://schemas.microsoft.com/office/drawing/2014/main" matchingName="Section header" type="secHead">
  <ns0:cSld name="SECTION_HEADER">
    <ns0:spTree>
      <ns0:nvGrpSpPr>
        <ns0:cNvPr id="1" name=""/>
        <ns0:cNvGrpSpPr/>
        <ns0:nvPr/>
      </ns0:nvGrpSpPr>
      <ns0:grpSpPr>
        <ns1:xfrm/>
      </ns0:grpSpPr>
      <ns0:sp>
        <ns0:nvSpPr>
          <ns0:cNvPr id="14" name="Google Shape;14;p3">
            <ns1:extLst>
              <ns1:ext uri="{FF2B5EF4-FFF2-40B4-BE49-F238E27FC236}">
                <ns2:creationId id="{6C1BE077-DE54-4945-95C7-8582B9DE652A}"/>
              </ns1:ext>
            </ns1:extLst>
          </ns0:cNvPr>
          <ns0:cNvSpPr>
            <ns1:spLocks noGrp="1"/>
          </ns0:cNvSpPr>
          <ns0:nvPr>
            <ns0:ph type="title"/>
          </ns0:nvPr>
        </ns0:nvSpPr>
        <ns0:spPr>
          <ns1:xfrm>
            <ns1:off x="311700" y="2150850"/>
            <ns1:ext cx="8520600" cy="841800"/>
          </ns1:xfrm>
          <ns1:prstGeom prst="rect">
            <ns1:avLst/>
          </ns1:prstGeom>
        </ns0:spPr>
        <ns0:txBody>
          <ns1:bodyPr spcFirstLastPara="1" wrap="square" lIns="91425" tIns="91425" rIns="91425" bIns="91425" anchor="ctr">
            <ns1:normAutofit/>
          </ns1:bodyPr>
          <ns1:lstStyle>
            <ns1:lvl1pPr algn="ctr">
              <ns1:spcBef>
                <ns1:spcPts val="0"/>
              </ns1:spcBef>
              <ns1:spcAft>
                <ns1:spcPts val="0"/>
              </ns1:spcAft>
              <ns1:buSzPts val="3600"/>
              <ns1:buNone/>
              <ns1:defRPr sz="3600"/>
            </ns1:lvl1pPr>
            <ns1:lvl2pPr algn="ctr">
              <ns1:spcBef>
                <ns1:spcPts val="0"/>
              </ns1:spcBef>
              <ns1:spcAft>
                <ns1:spcPts val="0"/>
              </ns1:spcAft>
              <ns1:buSzPts val="3600"/>
              <ns1:buNone/>
              <ns1:defRPr sz="3600"/>
            </ns1:lvl2pPr>
            <ns1:lvl3pPr algn="ctr">
              <ns1:spcBef>
                <ns1:spcPts val="0"/>
              </ns1:spcBef>
              <ns1:spcAft>
                <ns1:spcPts val="0"/>
              </ns1:spcAft>
              <ns1:buSzPts val="3600"/>
              <ns1:buNone/>
              <ns1:defRPr sz="3600"/>
            </ns1:lvl3pPr>
            <ns1:lvl4pPr algn="ctr">
              <ns1:spcBef>
                <ns1:spcPts val="0"/>
              </ns1:spcBef>
              <ns1:spcAft>
                <ns1:spcPts val="0"/>
              </ns1:spcAft>
              <ns1:buSzPts val="3600"/>
              <ns1:buNone/>
              <ns1:defRPr sz="3600"/>
            </ns1:lvl4pPr>
            <ns1:lvl5pPr algn="ctr">
              <ns1:spcBef>
                <ns1:spcPts val="0"/>
              </ns1:spcBef>
              <ns1:spcAft>
                <ns1:spcPts val="0"/>
              </ns1:spcAft>
              <ns1:buSzPts val="3600"/>
              <ns1:buNone/>
              <ns1:defRPr sz="3600"/>
            </ns1:lvl5pPr>
            <ns1:lvl6pPr algn="ctr">
              <ns1:spcBef>
                <ns1:spcPts val="0"/>
              </ns1:spcBef>
              <ns1:spcAft>
                <ns1:spcPts val="0"/>
              </ns1:spcAft>
              <ns1:buSzPts val="3600"/>
              <ns1:buNone/>
              <ns1:defRPr sz="3600"/>
            </ns1:lvl6pPr>
            <ns1:lvl7pPr algn="ctr">
              <ns1:spcBef>
                <ns1:spcPts val="0"/>
              </ns1:spcBef>
              <ns1:spcAft>
                <ns1:spcPts val="0"/>
              </ns1:spcAft>
              <ns1:buSzPts val="3600"/>
              <ns1:buNone/>
              <ns1:defRPr sz="3600"/>
            </ns1:lvl7pPr>
            <ns1:lvl8pPr algn="ctr">
              <ns1:spcBef>
                <ns1:spcPts val="0"/>
              </ns1:spcBef>
              <ns1:spcAft>
                <ns1:spcPts val="0"/>
              </ns1:spcAft>
              <ns1:buSzPts val="3600"/>
              <ns1:buNone/>
              <ns1:defRPr sz="3600"/>
            </ns1:lvl8pPr>
            <ns1:lvl9pPr algn="ctr">
              <ns1:spcBef>
                <ns1:spcPts val="0"/>
              </ns1:spcBef>
              <ns1:spcAft>
                <ns1:spcPts val="0"/>
              </ns1:spcAft>
              <ns1:buSzPts val="3600"/>
              <ns1:buNone/>
              <ns1:defRPr sz="3600"/>
            </ns1:lvl9pPr>
          </ns1:lstStyle>
          <ns1:p/>
        </ns0:txBody>
      </ns0:sp>
      <ns0:sp>
        <ns0:nvSpPr>
          <ns0:cNvPr id="15" name="Google Shape;15;p3">
            <ns1:extLst>
              <ns1:ext uri="{FF2B5EF4-FFF2-40B4-BE49-F238E27FC236}">
                <ns2:creationId id="{DCD6A61F-682A-4A8F-9102-27572A57EB0C}"/>
              </ns1:ext>
            </ns1:extLst>
          </ns0:cNvPr>
          <ns0:cNvSpPr>
            <ns1:spLocks noGrp="1"/>
          </ns0:cNvSpPr>
          <ns0:nvPr>
            <ns0:ph type="sldNum" idx="12"/>
          </ns0:nvPr>
        </ns0:nvSpPr>
        <ns0:spPr>
          <ns1:xfrm>
            <ns1:off x="8472458" y="4663217"/>
            <ns1:ext cx="548700" cy="393600"/>
          </ns1:xfrm>
          <ns1:prstGeom prst="rect">
            <ns1:avLst/>
          </ns1:prstGeom>
        </ns0:spPr>
        <ns0:txBody>
          <ns1:bodyPr spcFirstLastPara="1" wrap="square" lIns="91425" tIns="91425" rIns="91425" bIns="91425" anchor="ctr">
            <ns1:normAutofit/>
          </ns1:bodyPr>
          <ns1:lstStyle>
            <ns1:lvl1pPr>
              <ns1:buNone/>
              <ns1:defRPr/>
            </ns1:lvl1pPr>
            <ns1:lvl2pPr>
              <ns1:buNone/>
              <ns1:defRPr/>
            </ns1:lvl2pPr>
            <ns1:lvl3pPr>
              <ns1:buNone/>
              <ns1:defRPr/>
            </ns1:lvl3pPr>
            <ns1:lvl4pPr>
              <ns1:buNone/>
              <ns1:defRPr/>
            </ns1:lvl4pPr>
            <ns1:lvl5pPr>
              <ns1:buNone/>
              <ns1:defRPr/>
            </ns1:lvl5pPr>
            <ns1:lvl6pPr>
              <ns1:buNone/>
              <ns1:defRPr/>
            </ns1:lvl6pPr>
            <ns1:lvl7pPr>
              <ns1:buNone/>
              <ns1:defRPr/>
            </ns1:lvl7pPr>
            <ns1:lvl8pPr>
              <ns1:buNone/>
              <ns1:defRPr/>
            </ns1:lvl8pPr>
            <ns1:lvl9pPr>
              <ns1:buNone/>
              <ns1:defRPr/>
            </ns1:lvl9pPr>
          </ns1:lstStyle>
          <ns1:p>
            <ns1:pPr marL="0" lvl="0" indent="0" algn="r">
              <ns1:spcBef>
                <ns1:spcPts val="0"/>
              </ns1:spcBef>
              <ns1:spcAft>
                <ns1:spcPts val="0"/>
              </ns1:spcAft>
              <ns1:buNone/>
            </ns1:pPr>
            <ns1:fld id="{00000000-1234-1234-1234-123412341234}" type="slidenum">
              <ns1:t>‹#›</ns1:t>
            </ns1:fld>
            <ns1:endParaRPr/>
          </ns1:p>
        </ns0:txBody>
      </ns0:sp>
    </ns0:spTree>
  </ns0:cSld>
</ns0:sldLayout>
</file>

<file path=ppt/slideLayouts/slideLayout3.xml><?xml version="1.0" encoding="utf-8"?>
<ns0:sldLayout xmlns:ns0="http://schemas.openxmlformats.org/presentationml/2006/main" xmlns:ns1="http://schemas.openxmlformats.org/drawingml/2006/main" xmlns:ns2="http://schemas.microsoft.com/office/drawing/2014/main" matchingName="Title and body">
  <ns0:cSld name="TITLE_AND_BODY">
    <ns0:spTree>
      <ns0:nvGrpSpPr>
        <ns0:cNvPr id="1" name=""/>
        <ns0:cNvGrpSpPr/>
        <ns0:nvPr/>
      </ns0:nvGrpSpPr>
      <ns0:grpSpPr>
        <ns1:xfrm/>
      </ns0:grpSpPr>
      <ns0:sp>
        <ns0:nvSpPr>
          <ns0:cNvPr id="17" name="Google Shape;17;p4">
            <ns1:extLst>
              <ns1:ext uri="{FF2B5EF4-FFF2-40B4-BE49-F238E27FC236}">
                <ns2:creationId id="{3633E63B-7B27-4A5F-A2FB-C14C4BDCC20D}"/>
              </ns1:ext>
            </ns1:extLst>
          </ns0:cNvPr>
          <ns0:cNvSpPr>
            <ns1:spLocks noGrp="1"/>
          </ns0:cNvSpPr>
          <ns0:nvPr>
            <ns0:ph type="title"/>
          </ns0:nvPr>
        </ns0:nvSpPr>
        <ns0:spPr>
          <ns1:xfrm>
            <ns1:off x="311700" y="445025"/>
            <ns1:ext cx="8520600" cy="572700"/>
          </ns1:xfrm>
          <ns1:prstGeom prst="rect">
            <ns1:avLst/>
          </ns1:prstGeom>
        </ns0:spPr>
        <ns0:txBody>
          <ns1:bodyPr spcFirstLastPara="1" wrap="square" lIns="91425" tIns="91425" rIns="91425" bIns="91425" anchor="t">
            <ns1:normAutofit/>
          </ns1:bodyPr>
          <ns1:lstStyle>
            <ns1:lvl1pPr>
              <ns1:spcBef>
                <ns1:spcPts val="0"/>
              </ns1:spcBef>
              <ns1:spcAft>
                <ns1:spcPts val="0"/>
              </ns1:spcAft>
              <ns1:buSzPts val="2800"/>
              <ns1:buNone/>
              <ns1:defRPr/>
            </ns1:lvl1pPr>
            <ns1:lvl2pPr>
              <ns1:spcBef>
                <ns1:spcPts val="0"/>
              </ns1:spcBef>
              <ns1:spcAft>
                <ns1:spcPts val="0"/>
              </ns1:spcAft>
              <ns1:buSzPts val="2800"/>
              <ns1:buNone/>
              <ns1:defRPr/>
            </ns1:lvl2pPr>
            <ns1:lvl3pPr>
              <ns1:spcBef>
                <ns1:spcPts val="0"/>
              </ns1:spcBef>
              <ns1:spcAft>
                <ns1:spcPts val="0"/>
              </ns1:spcAft>
              <ns1:buSzPts val="2800"/>
              <ns1:buNone/>
              <ns1:defRPr/>
            </ns1:lvl3pPr>
            <ns1:lvl4pPr>
              <ns1:spcBef>
                <ns1:spcPts val="0"/>
              </ns1:spcBef>
              <ns1:spcAft>
                <ns1:spcPts val="0"/>
              </ns1:spcAft>
              <ns1:buSzPts val="2800"/>
              <ns1:buNone/>
              <ns1:defRPr/>
            </ns1:lvl4pPr>
            <ns1:lvl5pPr>
              <ns1:spcBef>
                <ns1:spcPts val="0"/>
              </ns1:spcBef>
              <ns1:spcAft>
                <ns1:spcPts val="0"/>
              </ns1:spcAft>
              <ns1:buSzPts val="2800"/>
              <ns1:buNone/>
              <ns1:defRPr/>
            </ns1:lvl5pPr>
            <ns1:lvl6pPr>
              <ns1:spcBef>
                <ns1:spcPts val="0"/>
              </ns1:spcBef>
              <ns1:spcAft>
                <ns1:spcPts val="0"/>
              </ns1:spcAft>
              <ns1:buSzPts val="2800"/>
              <ns1:buNone/>
              <ns1:defRPr/>
            </ns1:lvl6pPr>
            <ns1:lvl7pPr>
              <ns1:spcBef>
                <ns1:spcPts val="0"/>
              </ns1:spcBef>
              <ns1:spcAft>
                <ns1:spcPts val="0"/>
              </ns1:spcAft>
              <ns1:buSzPts val="2800"/>
              <ns1:buNone/>
              <ns1:defRPr/>
            </ns1:lvl7pPr>
            <ns1:lvl8pPr>
              <ns1:spcBef>
                <ns1:spcPts val="0"/>
              </ns1:spcBef>
              <ns1:spcAft>
                <ns1:spcPts val="0"/>
              </ns1:spcAft>
              <ns1:buSzPts val="2800"/>
              <ns1:buNone/>
              <ns1:defRPr/>
            </ns1:lvl8pPr>
            <ns1:lvl9pPr>
              <ns1:spcBef>
                <ns1:spcPts val="0"/>
              </ns1:spcBef>
              <ns1:spcAft>
                <ns1:spcPts val="0"/>
              </ns1:spcAft>
              <ns1:buSzPts val="2800"/>
              <ns1:buNone/>
              <ns1:defRPr/>
            </ns1:lvl9pPr>
          </ns1:lstStyle>
          <ns1:p/>
        </ns0:txBody>
      </ns0:sp>
      <ns0:sp>
        <ns0:nvSpPr>
          <ns0:cNvPr id="18" name="Google Shape;18;p4">
            <ns1:extLst>
              <ns1:ext uri="{FF2B5EF4-FFF2-40B4-BE49-F238E27FC236}">
                <ns2:creationId id="{BAB20372-40C7-4FB3-9133-BE26D930FC5A}"/>
              </ns1:ext>
            </ns1:extLst>
          </ns0:cNvPr>
          <ns0:cNvSpPr>
            <ns1:spLocks noGrp="1"/>
          </ns0:cNvSpPr>
          <ns0:nvPr>
            <ns0:ph type="body" idx="1"/>
          </ns0:nvPr>
        </ns0:nvSpPr>
        <ns0:spPr>
          <ns1:xfrm>
            <ns1:off x="311700" y="1152475"/>
            <ns1:ext cx="8520600" cy="3416400"/>
          </ns1:xfrm>
          <ns1:prstGeom prst="rect">
            <ns1:avLst/>
          </ns1:prstGeom>
        </ns0:spPr>
        <ns0:txBody>
          <ns1:bodyPr spcFirstLastPara="1" wrap="square" lIns="91425" tIns="91425" rIns="91425" bIns="91425" anchor="t">
            <ns1:normAutofit/>
          </ns1:bodyPr>
          <ns1:lstStyle>
            <ns1:lvl1pPr marL="457200" indent="-342900">
              <ns1:spcBef>
                <ns1:spcPts val="0"/>
              </ns1:spcBef>
              <ns1:spcAft>
                <ns1:spcPts val="0"/>
              </ns1:spcAft>
              <ns1:buSzPts val="1800"/>
              <ns1:buChar char="●"/>
              <ns1:defRPr/>
            </ns1:lvl1pPr>
            <ns1:lvl2pPr marL="914400" indent="-317500">
              <ns1:spcBef>
                <ns1:spcPts val="0"/>
              </ns1:spcBef>
              <ns1:spcAft>
                <ns1:spcPts val="0"/>
              </ns1:spcAft>
              <ns1:buSzPts val="1400"/>
              <ns1:buChar char="○"/>
              <ns1:defRPr/>
            </ns1:lvl2pPr>
            <ns1:lvl3pPr marL="1371600" indent="-317500">
              <ns1:spcBef>
                <ns1:spcPts val="0"/>
              </ns1:spcBef>
              <ns1:spcAft>
                <ns1:spcPts val="0"/>
              </ns1:spcAft>
              <ns1:buSzPts val="1400"/>
              <ns1:buChar char="■"/>
              <ns1:defRPr/>
            </ns1:lvl3pPr>
            <ns1:lvl4pPr marL="1828800" indent="-317500">
              <ns1:spcBef>
                <ns1:spcPts val="0"/>
              </ns1:spcBef>
              <ns1:spcAft>
                <ns1:spcPts val="0"/>
              </ns1:spcAft>
              <ns1:buSzPts val="1400"/>
              <ns1:buChar char="●"/>
              <ns1:defRPr/>
            </ns1:lvl4pPr>
            <ns1:lvl5pPr marL="2286000" indent="-317500">
              <ns1:spcBef>
                <ns1:spcPts val="0"/>
              </ns1:spcBef>
              <ns1:spcAft>
                <ns1:spcPts val="0"/>
              </ns1:spcAft>
              <ns1:buSzPts val="1400"/>
              <ns1:buChar char="○"/>
              <ns1:defRPr/>
            </ns1:lvl5pPr>
            <ns1:lvl6pPr marL="2743200" indent="-317500">
              <ns1:spcBef>
                <ns1:spcPts val="0"/>
              </ns1:spcBef>
              <ns1:spcAft>
                <ns1:spcPts val="0"/>
              </ns1:spcAft>
              <ns1:buSzPts val="1400"/>
              <ns1:buChar char="■"/>
              <ns1:defRPr/>
            </ns1:lvl6pPr>
            <ns1:lvl7pPr marL="3200400" indent="-317500">
              <ns1:spcBef>
                <ns1:spcPts val="0"/>
              </ns1:spcBef>
              <ns1:spcAft>
                <ns1:spcPts val="0"/>
              </ns1:spcAft>
              <ns1:buSzPts val="1400"/>
              <ns1:buChar char="●"/>
              <ns1:defRPr/>
            </ns1:lvl7pPr>
            <ns1:lvl8pPr marL="3657600" indent="-317500">
              <ns1:spcBef>
                <ns1:spcPts val="0"/>
              </ns1:spcBef>
              <ns1:spcAft>
                <ns1:spcPts val="0"/>
              </ns1:spcAft>
              <ns1:buSzPts val="1400"/>
              <ns1:buChar char="○"/>
              <ns1:defRPr/>
            </ns1:lvl8pPr>
            <ns1:lvl9pPr marL="4114800" indent="-317500">
              <ns1:spcBef>
                <ns1:spcPts val="0"/>
              </ns1:spcBef>
              <ns1:spcAft>
                <ns1:spcPts val="0"/>
              </ns1:spcAft>
              <ns1:buSzPts val="1400"/>
              <ns1:buChar char="■"/>
              <ns1:defRPr/>
            </ns1:lvl9pPr>
          </ns1:lstStyle>
          <ns1:p/>
        </ns0:txBody>
      </ns0:sp>
      <ns0:sp>
        <ns0:nvSpPr>
          <ns0:cNvPr id="19" name="Google Shape;19;p4">
            <ns1:extLst>
              <ns1:ext uri="{FF2B5EF4-FFF2-40B4-BE49-F238E27FC236}">
                <ns2:creationId id="{EEF2260D-163A-476D-90EF-E2DDB2CC4712}"/>
              </ns1:ext>
            </ns1:extLst>
          </ns0:cNvPr>
          <ns0:cNvSpPr>
            <ns1:spLocks noGrp="1"/>
          </ns0:cNvSpPr>
          <ns0:nvPr>
            <ns0:ph type="sldNum" idx="12"/>
          </ns0:nvPr>
        </ns0:nvSpPr>
        <ns0:spPr>
          <ns1:xfrm>
            <ns1:off x="8472458" y="4663217"/>
            <ns1:ext cx="548700" cy="393600"/>
          </ns1:xfrm>
          <ns1:prstGeom prst="rect">
            <ns1:avLst/>
          </ns1:prstGeom>
        </ns0:spPr>
        <ns0:txBody>
          <ns1:bodyPr spcFirstLastPara="1" wrap="square" lIns="91425" tIns="91425" rIns="91425" bIns="91425" anchor="ctr">
            <ns1:normAutofit/>
          </ns1:bodyPr>
          <ns1:lstStyle>
            <ns1:lvl1pPr>
              <ns1:buNone/>
              <ns1:defRPr/>
            </ns1:lvl1pPr>
            <ns1:lvl2pPr>
              <ns1:buNone/>
              <ns1:defRPr/>
            </ns1:lvl2pPr>
            <ns1:lvl3pPr>
              <ns1:buNone/>
              <ns1:defRPr/>
            </ns1:lvl3pPr>
            <ns1:lvl4pPr>
              <ns1:buNone/>
              <ns1:defRPr/>
            </ns1:lvl4pPr>
            <ns1:lvl5pPr>
              <ns1:buNone/>
              <ns1:defRPr/>
            </ns1:lvl5pPr>
            <ns1:lvl6pPr>
              <ns1:buNone/>
              <ns1:defRPr/>
            </ns1:lvl6pPr>
            <ns1:lvl7pPr>
              <ns1:buNone/>
              <ns1:defRPr/>
            </ns1:lvl7pPr>
            <ns1:lvl8pPr>
              <ns1:buNone/>
              <ns1:defRPr/>
            </ns1:lvl8pPr>
            <ns1:lvl9pPr>
              <ns1:buNone/>
              <ns1:defRPr/>
            </ns1:lvl9pPr>
          </ns1:lstStyle>
          <ns1:p>
            <ns1:pPr marL="0" lvl="0" indent="0" algn="r">
              <ns1:spcBef>
                <ns1:spcPts val="0"/>
              </ns1:spcBef>
              <ns1:spcAft>
                <ns1:spcPts val="0"/>
              </ns1:spcAft>
              <ns1:buNone/>
            </ns1:pPr>
            <ns1:fld id="{00000000-1234-1234-1234-123412341234}" type="slidenum">
              <ns1:t>‹#›</ns1:t>
            </ns1:fld>
            <ns1:endParaRPr/>
          </ns1:p>
        </ns0:txBody>
      </ns0:sp>
    </ns0:spTree>
  </ns0:cSld>
</ns0:sldLayout>
</file>

<file path=ppt/slideLayouts/slideLayout4.xml><?xml version="1.0" encoding="utf-8"?>
<ns0:sldLayout xmlns:ns0="http://schemas.openxmlformats.org/presentationml/2006/main" xmlns:ns1="http://schemas.openxmlformats.org/drawingml/2006/main" xmlns:ns2="http://schemas.microsoft.com/office/drawing/2014/main" matchingName="Title and two columns">
  <ns0:cSld name="TITLE_AND_TWO_COLUMNS">
    <ns0:spTree>
      <ns0:nvGrpSpPr>
        <ns0:cNvPr id="1" name=""/>
        <ns0:cNvGrpSpPr/>
        <ns0:nvPr/>
      </ns0:nvGrpSpPr>
      <ns0:grpSpPr>
        <ns1:xfrm/>
      </ns0:grpSpPr>
      <ns0:sp>
        <ns0:nvSpPr>
          <ns0:cNvPr id="21" name="Google Shape;21;p5">
            <ns1:extLst>
              <ns1:ext uri="{FF2B5EF4-FFF2-40B4-BE49-F238E27FC236}">
                <ns2:creationId id="{104B52B5-0090-4261-AA3B-FF2ECF18900F}"/>
              </ns1:ext>
            </ns1:extLst>
          </ns0:cNvPr>
          <ns0:cNvSpPr>
            <ns1:spLocks noGrp="1"/>
          </ns0:cNvSpPr>
          <ns0:nvPr>
            <ns0:ph type="title"/>
          </ns0:nvPr>
        </ns0:nvSpPr>
        <ns0:spPr>
          <ns1:xfrm>
            <ns1:off x="311700" y="445025"/>
            <ns1:ext cx="8520600" cy="572700"/>
          </ns1:xfrm>
          <ns1:prstGeom prst="rect">
            <ns1:avLst/>
          </ns1:prstGeom>
        </ns0:spPr>
        <ns0:txBody>
          <ns1:bodyPr spcFirstLastPara="1" wrap="square" lIns="91425" tIns="91425" rIns="91425" bIns="91425" anchor="t">
            <ns1:normAutofit/>
          </ns1:bodyPr>
          <ns1:lstStyle>
            <ns1:lvl1pPr>
              <ns1:spcBef>
                <ns1:spcPts val="0"/>
              </ns1:spcBef>
              <ns1:spcAft>
                <ns1:spcPts val="0"/>
              </ns1:spcAft>
              <ns1:buSzPts val="2800"/>
              <ns1:buNone/>
              <ns1:defRPr/>
            </ns1:lvl1pPr>
            <ns1:lvl2pPr>
              <ns1:spcBef>
                <ns1:spcPts val="0"/>
              </ns1:spcBef>
              <ns1:spcAft>
                <ns1:spcPts val="0"/>
              </ns1:spcAft>
              <ns1:buSzPts val="2800"/>
              <ns1:buNone/>
              <ns1:defRPr/>
            </ns1:lvl2pPr>
            <ns1:lvl3pPr>
              <ns1:spcBef>
                <ns1:spcPts val="0"/>
              </ns1:spcBef>
              <ns1:spcAft>
                <ns1:spcPts val="0"/>
              </ns1:spcAft>
              <ns1:buSzPts val="2800"/>
              <ns1:buNone/>
              <ns1:defRPr/>
            </ns1:lvl3pPr>
            <ns1:lvl4pPr>
              <ns1:spcBef>
                <ns1:spcPts val="0"/>
              </ns1:spcBef>
              <ns1:spcAft>
                <ns1:spcPts val="0"/>
              </ns1:spcAft>
              <ns1:buSzPts val="2800"/>
              <ns1:buNone/>
              <ns1:defRPr/>
            </ns1:lvl4pPr>
            <ns1:lvl5pPr>
              <ns1:spcBef>
                <ns1:spcPts val="0"/>
              </ns1:spcBef>
              <ns1:spcAft>
                <ns1:spcPts val="0"/>
              </ns1:spcAft>
              <ns1:buSzPts val="2800"/>
              <ns1:buNone/>
              <ns1:defRPr/>
            </ns1:lvl5pPr>
            <ns1:lvl6pPr>
              <ns1:spcBef>
                <ns1:spcPts val="0"/>
              </ns1:spcBef>
              <ns1:spcAft>
                <ns1:spcPts val="0"/>
              </ns1:spcAft>
              <ns1:buSzPts val="2800"/>
              <ns1:buNone/>
              <ns1:defRPr/>
            </ns1:lvl6pPr>
            <ns1:lvl7pPr>
              <ns1:spcBef>
                <ns1:spcPts val="0"/>
              </ns1:spcBef>
              <ns1:spcAft>
                <ns1:spcPts val="0"/>
              </ns1:spcAft>
              <ns1:buSzPts val="2800"/>
              <ns1:buNone/>
              <ns1:defRPr/>
            </ns1:lvl7pPr>
            <ns1:lvl8pPr>
              <ns1:spcBef>
                <ns1:spcPts val="0"/>
              </ns1:spcBef>
              <ns1:spcAft>
                <ns1:spcPts val="0"/>
              </ns1:spcAft>
              <ns1:buSzPts val="2800"/>
              <ns1:buNone/>
              <ns1:defRPr/>
            </ns1:lvl8pPr>
            <ns1:lvl9pPr>
              <ns1:spcBef>
                <ns1:spcPts val="0"/>
              </ns1:spcBef>
              <ns1:spcAft>
                <ns1:spcPts val="0"/>
              </ns1:spcAft>
              <ns1:buSzPts val="2800"/>
              <ns1:buNone/>
              <ns1:defRPr/>
            </ns1:lvl9pPr>
          </ns1:lstStyle>
          <ns1:p/>
        </ns0:txBody>
      </ns0:sp>
      <ns0:sp>
        <ns0:nvSpPr>
          <ns0:cNvPr id="22" name="Google Shape;22;p5">
            <ns1:extLst>
              <ns1:ext uri="{FF2B5EF4-FFF2-40B4-BE49-F238E27FC236}">
                <ns2:creationId id="{DA2B9E08-11C7-47D6-BA40-7A7DB45775A2}"/>
              </ns1:ext>
            </ns1:extLst>
          </ns0:cNvPr>
          <ns0:cNvSpPr>
            <ns1:spLocks noGrp="1"/>
          </ns0:cNvSpPr>
          <ns0:nvPr>
            <ns0:ph type="body" idx="1"/>
          </ns0:nvPr>
        </ns0:nvSpPr>
        <ns0:spPr>
          <ns1:xfrm>
            <ns1:off x="311700" y="1152475"/>
            <ns1:ext cx="3999900" cy="3416400"/>
          </ns1:xfrm>
          <ns1:prstGeom prst="rect">
            <ns1:avLst/>
          </ns1:prstGeom>
        </ns0:spPr>
        <ns0:txBody>
          <ns1:bodyPr spcFirstLastPara="1" wrap="square" lIns="91425" tIns="91425" rIns="91425" bIns="91425" anchor="t">
            <ns1:normAutofit/>
          </ns1:bodyPr>
          <ns1:lstStyle>
            <ns1:lvl1pPr marL="457200" indent="-317500">
              <ns1:spcBef>
                <ns1:spcPts val="0"/>
              </ns1:spcBef>
              <ns1:spcAft>
                <ns1:spcPts val="0"/>
              </ns1:spcAft>
              <ns1:buSzPts val="1400"/>
              <ns1:buChar char="●"/>
              <ns1:defRPr sz="1400"/>
            </ns1:lvl1pPr>
            <ns1:lvl2pPr marL="914400" indent="-304800">
              <ns1:spcBef>
                <ns1:spcPts val="0"/>
              </ns1:spcBef>
              <ns1:spcAft>
                <ns1:spcPts val="0"/>
              </ns1:spcAft>
              <ns1:buSzPts val="1200"/>
              <ns1:buChar char="○"/>
              <ns1:defRPr sz="1200"/>
            </ns1:lvl2pPr>
            <ns1:lvl3pPr marL="1371600" indent="-304800">
              <ns1:spcBef>
                <ns1:spcPts val="0"/>
              </ns1:spcBef>
              <ns1:spcAft>
                <ns1:spcPts val="0"/>
              </ns1:spcAft>
              <ns1:buSzPts val="1200"/>
              <ns1:buChar char="■"/>
              <ns1:defRPr sz="1200"/>
            </ns1:lvl3pPr>
            <ns1:lvl4pPr marL="1828800" indent="-304800">
              <ns1:spcBef>
                <ns1:spcPts val="0"/>
              </ns1:spcBef>
              <ns1:spcAft>
                <ns1:spcPts val="0"/>
              </ns1:spcAft>
              <ns1:buSzPts val="1200"/>
              <ns1:buChar char="●"/>
              <ns1:defRPr sz="1200"/>
            </ns1:lvl4pPr>
            <ns1:lvl5pPr marL="2286000" indent="-304800">
              <ns1:spcBef>
                <ns1:spcPts val="0"/>
              </ns1:spcBef>
              <ns1:spcAft>
                <ns1:spcPts val="0"/>
              </ns1:spcAft>
              <ns1:buSzPts val="1200"/>
              <ns1:buChar char="○"/>
              <ns1:defRPr sz="1200"/>
            </ns1:lvl5pPr>
            <ns1:lvl6pPr marL="2743200" indent="-304800">
              <ns1:spcBef>
                <ns1:spcPts val="0"/>
              </ns1:spcBef>
              <ns1:spcAft>
                <ns1:spcPts val="0"/>
              </ns1:spcAft>
              <ns1:buSzPts val="1200"/>
              <ns1:buChar char="■"/>
              <ns1:defRPr sz="1200"/>
            </ns1:lvl6pPr>
            <ns1:lvl7pPr marL="3200400" indent="-304800">
              <ns1:spcBef>
                <ns1:spcPts val="0"/>
              </ns1:spcBef>
              <ns1:spcAft>
                <ns1:spcPts val="0"/>
              </ns1:spcAft>
              <ns1:buSzPts val="1200"/>
              <ns1:buChar char="●"/>
              <ns1:defRPr sz="1200"/>
            </ns1:lvl7pPr>
            <ns1:lvl8pPr marL="3657600" indent="-304800">
              <ns1:spcBef>
                <ns1:spcPts val="0"/>
              </ns1:spcBef>
              <ns1:spcAft>
                <ns1:spcPts val="0"/>
              </ns1:spcAft>
              <ns1:buSzPts val="1200"/>
              <ns1:buChar char="○"/>
              <ns1:defRPr sz="1200"/>
            </ns1:lvl8pPr>
            <ns1:lvl9pPr marL="4114800" indent="-304800">
              <ns1:spcBef>
                <ns1:spcPts val="0"/>
              </ns1:spcBef>
              <ns1:spcAft>
                <ns1:spcPts val="0"/>
              </ns1:spcAft>
              <ns1:buSzPts val="1200"/>
              <ns1:buChar char="■"/>
              <ns1:defRPr sz="1200"/>
            </ns1:lvl9pPr>
          </ns1:lstStyle>
          <ns1:p/>
        </ns0:txBody>
      </ns0:sp>
      <ns0:sp>
        <ns0:nvSpPr>
          <ns0:cNvPr id="23" name="Google Shape;23;p5">
            <ns1:extLst>
              <ns1:ext uri="{FF2B5EF4-FFF2-40B4-BE49-F238E27FC236}">
                <ns2:creationId id="{8623ADB1-4626-4567-AEB2-07794BB56A56}"/>
              </ns1:ext>
            </ns1:extLst>
          </ns0:cNvPr>
          <ns0:cNvSpPr>
            <ns1:spLocks noGrp="1"/>
          </ns0:cNvSpPr>
          <ns0:nvPr>
            <ns0:ph type="body" idx="2"/>
          </ns0:nvPr>
        </ns0:nvSpPr>
        <ns0:spPr>
          <ns1:xfrm>
            <ns1:off x="4832400" y="1152475"/>
            <ns1:ext cx="3999900" cy="3416400"/>
          </ns1:xfrm>
          <ns1:prstGeom prst="rect">
            <ns1:avLst/>
          </ns1:prstGeom>
        </ns0:spPr>
        <ns0:txBody>
          <ns1:bodyPr spcFirstLastPara="1" wrap="square" lIns="91425" tIns="91425" rIns="91425" bIns="91425" anchor="t">
            <ns1:normAutofit/>
          </ns1:bodyPr>
          <ns1:lstStyle>
            <ns1:lvl1pPr marL="457200" indent="-317500">
              <ns1:spcBef>
                <ns1:spcPts val="0"/>
              </ns1:spcBef>
              <ns1:spcAft>
                <ns1:spcPts val="0"/>
              </ns1:spcAft>
              <ns1:buSzPts val="1400"/>
              <ns1:buChar char="●"/>
              <ns1:defRPr sz="1400"/>
            </ns1:lvl1pPr>
            <ns1:lvl2pPr marL="914400" indent="-304800">
              <ns1:spcBef>
                <ns1:spcPts val="0"/>
              </ns1:spcBef>
              <ns1:spcAft>
                <ns1:spcPts val="0"/>
              </ns1:spcAft>
              <ns1:buSzPts val="1200"/>
              <ns1:buChar char="○"/>
              <ns1:defRPr sz="1200"/>
            </ns1:lvl2pPr>
            <ns1:lvl3pPr marL="1371600" indent="-304800">
              <ns1:spcBef>
                <ns1:spcPts val="0"/>
              </ns1:spcBef>
              <ns1:spcAft>
                <ns1:spcPts val="0"/>
              </ns1:spcAft>
              <ns1:buSzPts val="1200"/>
              <ns1:buChar char="■"/>
              <ns1:defRPr sz="1200"/>
            </ns1:lvl3pPr>
            <ns1:lvl4pPr marL="1828800" indent="-304800">
              <ns1:spcBef>
                <ns1:spcPts val="0"/>
              </ns1:spcBef>
              <ns1:spcAft>
                <ns1:spcPts val="0"/>
              </ns1:spcAft>
              <ns1:buSzPts val="1200"/>
              <ns1:buChar char="●"/>
              <ns1:defRPr sz="1200"/>
            </ns1:lvl4pPr>
            <ns1:lvl5pPr marL="2286000" indent="-304800">
              <ns1:spcBef>
                <ns1:spcPts val="0"/>
              </ns1:spcBef>
              <ns1:spcAft>
                <ns1:spcPts val="0"/>
              </ns1:spcAft>
              <ns1:buSzPts val="1200"/>
              <ns1:buChar char="○"/>
              <ns1:defRPr sz="1200"/>
            </ns1:lvl5pPr>
            <ns1:lvl6pPr marL="2743200" indent="-304800">
              <ns1:spcBef>
                <ns1:spcPts val="0"/>
              </ns1:spcBef>
              <ns1:spcAft>
                <ns1:spcPts val="0"/>
              </ns1:spcAft>
              <ns1:buSzPts val="1200"/>
              <ns1:buChar char="■"/>
              <ns1:defRPr sz="1200"/>
            </ns1:lvl6pPr>
            <ns1:lvl7pPr marL="3200400" indent="-304800">
              <ns1:spcBef>
                <ns1:spcPts val="0"/>
              </ns1:spcBef>
              <ns1:spcAft>
                <ns1:spcPts val="0"/>
              </ns1:spcAft>
              <ns1:buSzPts val="1200"/>
              <ns1:buChar char="●"/>
              <ns1:defRPr sz="1200"/>
            </ns1:lvl7pPr>
            <ns1:lvl8pPr marL="3657600" indent="-304800">
              <ns1:spcBef>
                <ns1:spcPts val="0"/>
              </ns1:spcBef>
              <ns1:spcAft>
                <ns1:spcPts val="0"/>
              </ns1:spcAft>
              <ns1:buSzPts val="1200"/>
              <ns1:buChar char="○"/>
              <ns1:defRPr sz="1200"/>
            </ns1:lvl8pPr>
            <ns1:lvl9pPr marL="4114800" indent="-304800">
              <ns1:spcBef>
                <ns1:spcPts val="0"/>
              </ns1:spcBef>
              <ns1:spcAft>
                <ns1:spcPts val="0"/>
              </ns1:spcAft>
              <ns1:buSzPts val="1200"/>
              <ns1:buChar char="■"/>
              <ns1:defRPr sz="1200"/>
            </ns1:lvl9pPr>
          </ns1:lstStyle>
          <ns1:p/>
        </ns0:txBody>
      </ns0:sp>
      <ns0:sp>
        <ns0:nvSpPr>
          <ns0:cNvPr id="24" name="Google Shape;24;p5">
            <ns1:extLst>
              <ns1:ext uri="{FF2B5EF4-FFF2-40B4-BE49-F238E27FC236}">
                <ns2:creationId id="{82587E6D-7562-4F04-91E1-FF4B2EA536E8}"/>
              </ns1:ext>
            </ns1:extLst>
          </ns0:cNvPr>
          <ns0:cNvSpPr>
            <ns1:spLocks noGrp="1"/>
          </ns0:cNvSpPr>
          <ns0:nvPr>
            <ns0:ph type="sldNum" idx="12"/>
          </ns0:nvPr>
        </ns0:nvSpPr>
        <ns0:spPr>
          <ns1:xfrm>
            <ns1:off x="8472458" y="4663217"/>
            <ns1:ext cx="548700" cy="393600"/>
          </ns1:xfrm>
          <ns1:prstGeom prst="rect">
            <ns1:avLst/>
          </ns1:prstGeom>
        </ns0:spPr>
        <ns0:txBody>
          <ns1:bodyPr spcFirstLastPara="1" wrap="square" lIns="91425" tIns="91425" rIns="91425" bIns="91425" anchor="ctr">
            <ns1:normAutofit/>
          </ns1:bodyPr>
          <ns1:lstStyle>
            <ns1:lvl1pPr>
              <ns1:buNone/>
              <ns1:defRPr/>
            </ns1:lvl1pPr>
            <ns1:lvl2pPr>
              <ns1:buNone/>
              <ns1:defRPr/>
            </ns1:lvl2pPr>
            <ns1:lvl3pPr>
              <ns1:buNone/>
              <ns1:defRPr/>
            </ns1:lvl3pPr>
            <ns1:lvl4pPr>
              <ns1:buNone/>
              <ns1:defRPr/>
            </ns1:lvl4pPr>
            <ns1:lvl5pPr>
              <ns1:buNone/>
              <ns1:defRPr/>
            </ns1:lvl5pPr>
            <ns1:lvl6pPr>
              <ns1:buNone/>
              <ns1:defRPr/>
            </ns1:lvl6pPr>
            <ns1:lvl7pPr>
              <ns1:buNone/>
              <ns1:defRPr/>
            </ns1:lvl7pPr>
            <ns1:lvl8pPr>
              <ns1:buNone/>
              <ns1:defRPr/>
            </ns1:lvl8pPr>
            <ns1:lvl9pPr>
              <ns1:buNone/>
              <ns1:defRPr/>
            </ns1:lvl9pPr>
          </ns1:lstStyle>
          <ns1:p>
            <ns1:pPr marL="0" lvl="0" indent="0" algn="r">
              <ns1:spcBef>
                <ns1:spcPts val="0"/>
              </ns1:spcBef>
              <ns1:spcAft>
                <ns1:spcPts val="0"/>
              </ns1:spcAft>
              <ns1:buNone/>
            </ns1:pPr>
            <ns1:fld id="{00000000-1234-1234-1234-123412341234}" type="slidenum">
              <ns1:t>‹#›</ns1:t>
            </ns1:fld>
            <ns1:endParaRPr/>
          </ns1:p>
        </ns0:txBody>
      </ns0:sp>
    </ns0:spTree>
  </ns0:cSld>
</ns0:sldLayout>
</file>

<file path=ppt/slideLayouts/slideLayout5.xml><?xml version="1.0" encoding="utf-8"?>
<ns0:sldLayout xmlns:ns0="http://schemas.openxmlformats.org/presentationml/2006/main" xmlns:ns1="http://schemas.openxmlformats.org/drawingml/2006/main" xmlns:ns2="http://schemas.microsoft.com/office/drawing/2014/main" matchingName="Title only" type="titleOnly">
  <ns0:cSld name="TITLE_ONLY">
    <ns0:spTree>
      <ns0:nvGrpSpPr>
        <ns0:cNvPr id="1" name=""/>
        <ns0:cNvGrpSpPr/>
        <ns0:nvPr/>
      </ns0:nvGrpSpPr>
      <ns0:grpSpPr>
        <ns1:xfrm/>
      </ns0:grpSpPr>
      <ns0:sp>
        <ns0:nvSpPr>
          <ns0:cNvPr id="26" name="Google Shape;26;p6">
            <ns1:extLst>
              <ns1:ext uri="{FF2B5EF4-FFF2-40B4-BE49-F238E27FC236}">
                <ns2:creationId id="{95A8D21E-0854-46E5-AAD0-11D4CA4C03D0}"/>
              </ns1:ext>
            </ns1:extLst>
          </ns0:cNvPr>
          <ns0:cNvSpPr>
            <ns1:spLocks noGrp="1"/>
          </ns0:cNvSpPr>
          <ns0:nvPr>
            <ns0:ph type="title"/>
          </ns0:nvPr>
        </ns0:nvSpPr>
        <ns0:spPr>
          <ns1:xfrm>
            <ns1:off x="311700" y="445025"/>
            <ns1:ext cx="8520600" cy="572700"/>
          </ns1:xfrm>
          <ns1:prstGeom prst="rect">
            <ns1:avLst/>
          </ns1:prstGeom>
        </ns0:spPr>
        <ns0:txBody>
          <ns1:bodyPr spcFirstLastPara="1" wrap="square" lIns="91425" tIns="91425" rIns="91425" bIns="91425" anchor="t">
            <ns1:normAutofit/>
          </ns1:bodyPr>
          <ns1:lstStyle>
            <ns1:lvl1pPr>
              <ns1:spcBef>
                <ns1:spcPts val="0"/>
              </ns1:spcBef>
              <ns1:spcAft>
                <ns1:spcPts val="0"/>
              </ns1:spcAft>
              <ns1:buSzPts val="2800"/>
              <ns1:buNone/>
              <ns1:defRPr/>
            </ns1:lvl1pPr>
            <ns1:lvl2pPr>
              <ns1:spcBef>
                <ns1:spcPts val="0"/>
              </ns1:spcBef>
              <ns1:spcAft>
                <ns1:spcPts val="0"/>
              </ns1:spcAft>
              <ns1:buSzPts val="2800"/>
              <ns1:buNone/>
              <ns1:defRPr/>
            </ns1:lvl2pPr>
            <ns1:lvl3pPr>
              <ns1:spcBef>
                <ns1:spcPts val="0"/>
              </ns1:spcBef>
              <ns1:spcAft>
                <ns1:spcPts val="0"/>
              </ns1:spcAft>
              <ns1:buSzPts val="2800"/>
              <ns1:buNone/>
              <ns1:defRPr/>
            </ns1:lvl3pPr>
            <ns1:lvl4pPr>
              <ns1:spcBef>
                <ns1:spcPts val="0"/>
              </ns1:spcBef>
              <ns1:spcAft>
                <ns1:spcPts val="0"/>
              </ns1:spcAft>
              <ns1:buSzPts val="2800"/>
              <ns1:buNone/>
              <ns1:defRPr/>
            </ns1:lvl4pPr>
            <ns1:lvl5pPr>
              <ns1:spcBef>
                <ns1:spcPts val="0"/>
              </ns1:spcBef>
              <ns1:spcAft>
                <ns1:spcPts val="0"/>
              </ns1:spcAft>
              <ns1:buSzPts val="2800"/>
              <ns1:buNone/>
              <ns1:defRPr/>
            </ns1:lvl5pPr>
            <ns1:lvl6pPr>
              <ns1:spcBef>
                <ns1:spcPts val="0"/>
              </ns1:spcBef>
              <ns1:spcAft>
                <ns1:spcPts val="0"/>
              </ns1:spcAft>
              <ns1:buSzPts val="2800"/>
              <ns1:buNone/>
              <ns1:defRPr/>
            </ns1:lvl6pPr>
            <ns1:lvl7pPr>
              <ns1:spcBef>
                <ns1:spcPts val="0"/>
              </ns1:spcBef>
              <ns1:spcAft>
                <ns1:spcPts val="0"/>
              </ns1:spcAft>
              <ns1:buSzPts val="2800"/>
              <ns1:buNone/>
              <ns1:defRPr/>
            </ns1:lvl7pPr>
            <ns1:lvl8pPr>
              <ns1:spcBef>
                <ns1:spcPts val="0"/>
              </ns1:spcBef>
              <ns1:spcAft>
                <ns1:spcPts val="0"/>
              </ns1:spcAft>
              <ns1:buSzPts val="2800"/>
              <ns1:buNone/>
              <ns1:defRPr/>
            </ns1:lvl8pPr>
            <ns1:lvl9pPr>
              <ns1:spcBef>
                <ns1:spcPts val="0"/>
              </ns1:spcBef>
              <ns1:spcAft>
                <ns1:spcPts val="0"/>
              </ns1:spcAft>
              <ns1:buSzPts val="2800"/>
              <ns1:buNone/>
              <ns1:defRPr/>
            </ns1:lvl9pPr>
          </ns1:lstStyle>
          <ns1:p/>
        </ns0:txBody>
      </ns0:sp>
      <ns0:sp>
        <ns0:nvSpPr>
          <ns0:cNvPr id="27" name="Google Shape;27;p6">
            <ns1:extLst>
              <ns1:ext uri="{FF2B5EF4-FFF2-40B4-BE49-F238E27FC236}">
                <ns2:creationId id="{F1C8A8E8-3B24-4F13-B848-88E68E7C4F47}"/>
              </ns1:ext>
            </ns1:extLst>
          </ns0:cNvPr>
          <ns0:cNvSpPr>
            <ns1:spLocks noGrp="1"/>
          </ns0:cNvSpPr>
          <ns0:nvPr>
            <ns0:ph type="sldNum" idx="12"/>
          </ns0:nvPr>
        </ns0:nvSpPr>
        <ns0:spPr>
          <ns1:xfrm>
            <ns1:off x="8472458" y="4663217"/>
            <ns1:ext cx="548700" cy="393600"/>
          </ns1:xfrm>
          <ns1:prstGeom prst="rect">
            <ns1:avLst/>
          </ns1:prstGeom>
        </ns0:spPr>
        <ns0:txBody>
          <ns1:bodyPr spcFirstLastPara="1" wrap="square" lIns="91425" tIns="91425" rIns="91425" bIns="91425" anchor="ctr">
            <ns1:normAutofit/>
          </ns1:bodyPr>
          <ns1:lstStyle>
            <ns1:lvl1pPr>
              <ns1:buNone/>
              <ns1:defRPr/>
            </ns1:lvl1pPr>
            <ns1:lvl2pPr>
              <ns1:buNone/>
              <ns1:defRPr/>
            </ns1:lvl2pPr>
            <ns1:lvl3pPr>
              <ns1:buNone/>
              <ns1:defRPr/>
            </ns1:lvl3pPr>
            <ns1:lvl4pPr>
              <ns1:buNone/>
              <ns1:defRPr/>
            </ns1:lvl4pPr>
            <ns1:lvl5pPr>
              <ns1:buNone/>
              <ns1:defRPr/>
            </ns1:lvl5pPr>
            <ns1:lvl6pPr>
              <ns1:buNone/>
              <ns1:defRPr/>
            </ns1:lvl6pPr>
            <ns1:lvl7pPr>
              <ns1:buNone/>
              <ns1:defRPr/>
            </ns1:lvl7pPr>
            <ns1:lvl8pPr>
              <ns1:buNone/>
              <ns1:defRPr/>
            </ns1:lvl8pPr>
            <ns1:lvl9pPr>
              <ns1:buNone/>
              <ns1:defRPr/>
            </ns1:lvl9pPr>
          </ns1:lstStyle>
          <ns1:p>
            <ns1:pPr marL="0" lvl="0" indent="0" algn="r">
              <ns1:spcBef>
                <ns1:spcPts val="0"/>
              </ns1:spcBef>
              <ns1:spcAft>
                <ns1:spcPts val="0"/>
              </ns1:spcAft>
              <ns1:buNone/>
            </ns1:pPr>
            <ns1:fld id="{00000000-1234-1234-1234-123412341234}" type="slidenum">
              <ns1:t>‹#›</ns1:t>
            </ns1:fld>
            <ns1:endParaRPr/>
          </ns1:p>
        </ns0:txBody>
      </ns0:sp>
    </ns0:spTree>
  </ns0:cSld>
</ns0:sldLayout>
</file>

<file path=ppt/slideLayouts/slideLayout6.xml><?xml version="1.0" encoding="utf-8"?>
<ns0:sldLayout xmlns:ns0="http://schemas.openxmlformats.org/presentationml/2006/main" xmlns:ns1="http://schemas.openxmlformats.org/drawingml/2006/main" xmlns:ns2="http://schemas.microsoft.com/office/drawing/2014/main" matchingName="One column text">
  <ns0:cSld name="ONE_COLUMN_TEXT">
    <ns0:spTree>
      <ns0:nvGrpSpPr>
        <ns0:cNvPr id="1" name=""/>
        <ns0:cNvGrpSpPr/>
        <ns0:nvPr/>
      </ns0:nvGrpSpPr>
      <ns0:grpSpPr>
        <ns1:xfrm/>
      </ns0:grpSpPr>
      <ns0:sp>
        <ns0:nvSpPr>
          <ns0:cNvPr id="29" name="Google Shape;29;p7">
            <ns1:extLst>
              <ns1:ext uri="{FF2B5EF4-FFF2-40B4-BE49-F238E27FC236}">
                <ns2:creationId id="{3AE5EDEB-F393-49F5-ABC5-82DBBE854C0C}"/>
              </ns1:ext>
            </ns1:extLst>
          </ns0:cNvPr>
          <ns0:cNvSpPr>
            <ns1:spLocks noGrp="1"/>
          </ns0:cNvSpPr>
          <ns0:nvPr>
            <ns0:ph type="title"/>
          </ns0:nvPr>
        </ns0:nvSpPr>
        <ns0:spPr>
          <ns1:xfrm>
            <ns1:off x="311700" y="555600"/>
            <ns1:ext cx="2808000" cy="755700"/>
          </ns1:xfrm>
          <ns1:prstGeom prst="rect">
            <ns1:avLst/>
          </ns1:prstGeom>
        </ns0:spPr>
        <ns0:txBody>
          <ns1:bodyPr spcFirstLastPara="1" wrap="square" lIns="91425" tIns="91425" rIns="91425" bIns="91425" anchor="b">
            <ns1:normAutofit/>
          </ns1:bodyPr>
          <ns1:lstStyle>
            <ns1:lvl1pPr>
              <ns1:spcBef>
                <ns1:spcPts val="0"/>
              </ns1:spcBef>
              <ns1:spcAft>
                <ns1:spcPts val="0"/>
              </ns1:spcAft>
              <ns1:buSzPts val="2400"/>
              <ns1:buNone/>
              <ns1:defRPr sz="2400"/>
            </ns1:lvl1pPr>
            <ns1:lvl2pPr>
              <ns1:spcBef>
                <ns1:spcPts val="0"/>
              </ns1:spcBef>
              <ns1:spcAft>
                <ns1:spcPts val="0"/>
              </ns1:spcAft>
              <ns1:buSzPts val="2400"/>
              <ns1:buNone/>
              <ns1:defRPr sz="2400"/>
            </ns1:lvl2pPr>
            <ns1:lvl3pPr>
              <ns1:spcBef>
                <ns1:spcPts val="0"/>
              </ns1:spcBef>
              <ns1:spcAft>
                <ns1:spcPts val="0"/>
              </ns1:spcAft>
              <ns1:buSzPts val="2400"/>
              <ns1:buNone/>
              <ns1:defRPr sz="2400"/>
            </ns1:lvl3pPr>
            <ns1:lvl4pPr>
              <ns1:spcBef>
                <ns1:spcPts val="0"/>
              </ns1:spcBef>
              <ns1:spcAft>
                <ns1:spcPts val="0"/>
              </ns1:spcAft>
              <ns1:buSzPts val="2400"/>
              <ns1:buNone/>
              <ns1:defRPr sz="2400"/>
            </ns1:lvl4pPr>
            <ns1:lvl5pPr>
              <ns1:spcBef>
                <ns1:spcPts val="0"/>
              </ns1:spcBef>
              <ns1:spcAft>
                <ns1:spcPts val="0"/>
              </ns1:spcAft>
              <ns1:buSzPts val="2400"/>
              <ns1:buNone/>
              <ns1:defRPr sz="2400"/>
            </ns1:lvl5pPr>
            <ns1:lvl6pPr>
              <ns1:spcBef>
                <ns1:spcPts val="0"/>
              </ns1:spcBef>
              <ns1:spcAft>
                <ns1:spcPts val="0"/>
              </ns1:spcAft>
              <ns1:buSzPts val="2400"/>
              <ns1:buNone/>
              <ns1:defRPr sz="2400"/>
            </ns1:lvl6pPr>
            <ns1:lvl7pPr>
              <ns1:spcBef>
                <ns1:spcPts val="0"/>
              </ns1:spcBef>
              <ns1:spcAft>
                <ns1:spcPts val="0"/>
              </ns1:spcAft>
              <ns1:buSzPts val="2400"/>
              <ns1:buNone/>
              <ns1:defRPr sz="2400"/>
            </ns1:lvl7pPr>
            <ns1:lvl8pPr>
              <ns1:spcBef>
                <ns1:spcPts val="0"/>
              </ns1:spcBef>
              <ns1:spcAft>
                <ns1:spcPts val="0"/>
              </ns1:spcAft>
              <ns1:buSzPts val="2400"/>
              <ns1:buNone/>
              <ns1:defRPr sz="2400"/>
            </ns1:lvl8pPr>
            <ns1:lvl9pPr>
              <ns1:spcBef>
                <ns1:spcPts val="0"/>
              </ns1:spcBef>
              <ns1:spcAft>
                <ns1:spcPts val="0"/>
              </ns1:spcAft>
              <ns1:buSzPts val="2400"/>
              <ns1:buNone/>
              <ns1:defRPr sz="2400"/>
            </ns1:lvl9pPr>
          </ns1:lstStyle>
          <ns1:p/>
        </ns0:txBody>
      </ns0:sp>
      <ns0:sp>
        <ns0:nvSpPr>
          <ns0:cNvPr id="30" name="Google Shape;30;p7">
            <ns1:extLst>
              <ns1:ext uri="{FF2B5EF4-FFF2-40B4-BE49-F238E27FC236}">
                <ns2:creationId id="{E2422727-7620-41A6-AF89-AA51FCDE25C8}"/>
              </ns1:ext>
            </ns1:extLst>
          </ns0:cNvPr>
          <ns0:cNvSpPr>
            <ns1:spLocks noGrp="1"/>
          </ns0:cNvSpPr>
          <ns0:nvPr>
            <ns0:ph type="body" idx="1"/>
          </ns0:nvPr>
        </ns0:nvSpPr>
        <ns0:spPr>
          <ns1:xfrm>
            <ns1:off x="311700" y="1389600"/>
            <ns1:ext cx="2808000" cy="3179400"/>
          </ns1:xfrm>
          <ns1:prstGeom prst="rect">
            <ns1:avLst/>
          </ns1:prstGeom>
        </ns0:spPr>
        <ns0:txBody>
          <ns1:bodyPr spcFirstLastPara="1" wrap="square" lIns="91425" tIns="91425" rIns="91425" bIns="91425" anchor="t">
            <ns1:normAutofit/>
          </ns1:bodyPr>
          <ns1:lstStyle>
            <ns1:lvl1pPr marL="457200" indent="-304800">
              <ns1:spcBef>
                <ns1:spcPts val="0"/>
              </ns1:spcBef>
              <ns1:spcAft>
                <ns1:spcPts val="0"/>
              </ns1:spcAft>
              <ns1:buSzPts val="1200"/>
              <ns1:buChar char="●"/>
              <ns1:defRPr sz="1200"/>
            </ns1:lvl1pPr>
            <ns1:lvl2pPr marL="914400" indent="-304800">
              <ns1:spcBef>
                <ns1:spcPts val="0"/>
              </ns1:spcBef>
              <ns1:spcAft>
                <ns1:spcPts val="0"/>
              </ns1:spcAft>
              <ns1:buSzPts val="1200"/>
              <ns1:buChar char="○"/>
              <ns1:defRPr sz="1200"/>
            </ns1:lvl2pPr>
            <ns1:lvl3pPr marL="1371600" indent="-304800">
              <ns1:spcBef>
                <ns1:spcPts val="0"/>
              </ns1:spcBef>
              <ns1:spcAft>
                <ns1:spcPts val="0"/>
              </ns1:spcAft>
              <ns1:buSzPts val="1200"/>
              <ns1:buChar char="■"/>
              <ns1:defRPr sz="1200"/>
            </ns1:lvl3pPr>
            <ns1:lvl4pPr marL="1828800" indent="-304800">
              <ns1:spcBef>
                <ns1:spcPts val="0"/>
              </ns1:spcBef>
              <ns1:spcAft>
                <ns1:spcPts val="0"/>
              </ns1:spcAft>
              <ns1:buSzPts val="1200"/>
              <ns1:buChar char="●"/>
              <ns1:defRPr sz="1200"/>
            </ns1:lvl4pPr>
            <ns1:lvl5pPr marL="2286000" indent="-304800">
              <ns1:spcBef>
                <ns1:spcPts val="0"/>
              </ns1:spcBef>
              <ns1:spcAft>
                <ns1:spcPts val="0"/>
              </ns1:spcAft>
              <ns1:buSzPts val="1200"/>
              <ns1:buChar char="○"/>
              <ns1:defRPr sz="1200"/>
            </ns1:lvl5pPr>
            <ns1:lvl6pPr marL="2743200" indent="-304800">
              <ns1:spcBef>
                <ns1:spcPts val="0"/>
              </ns1:spcBef>
              <ns1:spcAft>
                <ns1:spcPts val="0"/>
              </ns1:spcAft>
              <ns1:buSzPts val="1200"/>
              <ns1:buChar char="■"/>
              <ns1:defRPr sz="1200"/>
            </ns1:lvl6pPr>
            <ns1:lvl7pPr marL="3200400" indent="-304800">
              <ns1:spcBef>
                <ns1:spcPts val="0"/>
              </ns1:spcBef>
              <ns1:spcAft>
                <ns1:spcPts val="0"/>
              </ns1:spcAft>
              <ns1:buSzPts val="1200"/>
              <ns1:buChar char="●"/>
              <ns1:defRPr sz="1200"/>
            </ns1:lvl7pPr>
            <ns1:lvl8pPr marL="3657600" indent="-304800">
              <ns1:spcBef>
                <ns1:spcPts val="0"/>
              </ns1:spcBef>
              <ns1:spcAft>
                <ns1:spcPts val="0"/>
              </ns1:spcAft>
              <ns1:buSzPts val="1200"/>
              <ns1:buChar char="○"/>
              <ns1:defRPr sz="1200"/>
            </ns1:lvl8pPr>
            <ns1:lvl9pPr marL="4114800" indent="-304800">
              <ns1:spcBef>
                <ns1:spcPts val="0"/>
              </ns1:spcBef>
              <ns1:spcAft>
                <ns1:spcPts val="0"/>
              </ns1:spcAft>
              <ns1:buSzPts val="1200"/>
              <ns1:buChar char="■"/>
              <ns1:defRPr sz="1200"/>
            </ns1:lvl9pPr>
          </ns1:lstStyle>
          <ns1:p/>
        </ns0:txBody>
      </ns0:sp>
      <ns0:sp>
        <ns0:nvSpPr>
          <ns0:cNvPr id="31" name="Google Shape;31;p7">
            <ns1:extLst>
              <ns1:ext uri="{FF2B5EF4-FFF2-40B4-BE49-F238E27FC236}">
                <ns2:creationId id="{BB1DBB76-3152-4FB2-BAC7-C2643971A1EC}"/>
              </ns1:ext>
            </ns1:extLst>
          </ns0:cNvPr>
          <ns0:cNvSpPr>
            <ns1:spLocks noGrp="1"/>
          </ns0:cNvSpPr>
          <ns0:nvPr>
            <ns0:ph type="sldNum" idx="12"/>
          </ns0:nvPr>
        </ns0:nvSpPr>
        <ns0:spPr>
          <ns1:xfrm>
            <ns1:off x="8472458" y="4663217"/>
            <ns1:ext cx="548700" cy="393600"/>
          </ns1:xfrm>
          <ns1:prstGeom prst="rect">
            <ns1:avLst/>
          </ns1:prstGeom>
        </ns0:spPr>
        <ns0:txBody>
          <ns1:bodyPr spcFirstLastPara="1" wrap="square" lIns="91425" tIns="91425" rIns="91425" bIns="91425" anchor="ctr">
            <ns1:normAutofit/>
          </ns1:bodyPr>
          <ns1:lstStyle>
            <ns1:lvl1pPr>
              <ns1:buNone/>
              <ns1:defRPr/>
            </ns1:lvl1pPr>
            <ns1:lvl2pPr>
              <ns1:buNone/>
              <ns1:defRPr/>
            </ns1:lvl2pPr>
            <ns1:lvl3pPr>
              <ns1:buNone/>
              <ns1:defRPr/>
            </ns1:lvl3pPr>
            <ns1:lvl4pPr>
              <ns1:buNone/>
              <ns1:defRPr/>
            </ns1:lvl4pPr>
            <ns1:lvl5pPr>
              <ns1:buNone/>
              <ns1:defRPr/>
            </ns1:lvl5pPr>
            <ns1:lvl6pPr>
              <ns1:buNone/>
              <ns1:defRPr/>
            </ns1:lvl6pPr>
            <ns1:lvl7pPr>
              <ns1:buNone/>
              <ns1:defRPr/>
            </ns1:lvl7pPr>
            <ns1:lvl8pPr>
              <ns1:buNone/>
              <ns1:defRPr/>
            </ns1:lvl8pPr>
            <ns1:lvl9pPr>
              <ns1:buNone/>
              <ns1:defRPr/>
            </ns1:lvl9pPr>
          </ns1:lstStyle>
          <ns1:p>
            <ns1:pPr marL="0" lvl="0" indent="0" algn="r">
              <ns1:spcBef>
                <ns1:spcPts val="0"/>
              </ns1:spcBef>
              <ns1:spcAft>
                <ns1:spcPts val="0"/>
              </ns1:spcAft>
              <ns1:buNone/>
            </ns1:pPr>
            <ns1:fld id="{00000000-1234-1234-1234-123412341234}" type="slidenum">
              <ns1:t>‹#›</ns1:t>
            </ns1:fld>
            <ns1:endParaRPr/>
          </ns1:p>
        </ns0:txBody>
      </ns0:sp>
    </ns0:spTree>
  </ns0:cSld>
</ns0:sldLayout>
</file>

<file path=ppt/slideLayouts/slideLayout7.xml><?xml version="1.0" encoding="utf-8"?>
<ns0:sldLayout xmlns:ns0="http://schemas.openxmlformats.org/presentationml/2006/main" xmlns:ns1="http://schemas.openxmlformats.org/drawingml/2006/main" xmlns:ns2="http://schemas.microsoft.com/office/drawing/2014/main" matchingName="Main point">
  <ns0:cSld name="MAIN_POINT">
    <ns0:spTree>
      <ns0:nvGrpSpPr>
        <ns0:cNvPr id="1" name=""/>
        <ns0:cNvGrpSpPr/>
        <ns0:nvPr/>
      </ns0:nvGrpSpPr>
      <ns0:grpSpPr>
        <ns1:xfrm/>
      </ns0:grpSpPr>
      <ns0:sp>
        <ns0:nvSpPr>
          <ns0:cNvPr id="33" name="Google Shape;33;p8">
            <ns1:extLst>
              <ns1:ext uri="{FF2B5EF4-FFF2-40B4-BE49-F238E27FC236}">
                <ns2:creationId id="{2D8469DF-E0F2-49DF-B0D6-38CC52881D3A}"/>
              </ns1:ext>
            </ns1:extLst>
          </ns0:cNvPr>
          <ns0:cNvSpPr>
            <ns1:spLocks noGrp="1"/>
          </ns0:cNvSpPr>
          <ns0:nvPr>
            <ns0:ph type="title"/>
          </ns0:nvPr>
        </ns0:nvSpPr>
        <ns0:spPr>
          <ns1:xfrm>
            <ns1:off x="490250" y="450150"/>
            <ns1:ext cx="6367800" cy="4090800"/>
          </ns1:xfrm>
          <ns1:prstGeom prst="rect">
            <ns1:avLst/>
          </ns1:prstGeom>
        </ns0:spPr>
        <ns0:txBody>
          <ns1:bodyPr spcFirstLastPara="1" wrap="square" lIns="91425" tIns="91425" rIns="91425" bIns="91425" anchor="ctr">
            <ns1:normAutofit/>
          </ns1:bodyPr>
          <ns1:lstStyle>
            <ns1:lvl1pPr>
              <ns1:spcBef>
                <ns1:spcPts val="0"/>
              </ns1:spcBef>
              <ns1:spcAft>
                <ns1:spcPts val="0"/>
              </ns1:spcAft>
              <ns1:buSzPts val="4800"/>
              <ns1:buNone/>
              <ns1:defRPr sz="4800"/>
            </ns1:lvl1pPr>
            <ns1:lvl2pPr>
              <ns1:spcBef>
                <ns1:spcPts val="0"/>
              </ns1:spcBef>
              <ns1:spcAft>
                <ns1:spcPts val="0"/>
              </ns1:spcAft>
              <ns1:buSzPts val="4800"/>
              <ns1:buNone/>
              <ns1:defRPr sz="4800"/>
            </ns1:lvl2pPr>
            <ns1:lvl3pPr>
              <ns1:spcBef>
                <ns1:spcPts val="0"/>
              </ns1:spcBef>
              <ns1:spcAft>
                <ns1:spcPts val="0"/>
              </ns1:spcAft>
              <ns1:buSzPts val="4800"/>
              <ns1:buNone/>
              <ns1:defRPr sz="4800"/>
            </ns1:lvl3pPr>
            <ns1:lvl4pPr>
              <ns1:spcBef>
                <ns1:spcPts val="0"/>
              </ns1:spcBef>
              <ns1:spcAft>
                <ns1:spcPts val="0"/>
              </ns1:spcAft>
              <ns1:buSzPts val="4800"/>
              <ns1:buNone/>
              <ns1:defRPr sz="4800"/>
            </ns1:lvl4pPr>
            <ns1:lvl5pPr>
              <ns1:spcBef>
                <ns1:spcPts val="0"/>
              </ns1:spcBef>
              <ns1:spcAft>
                <ns1:spcPts val="0"/>
              </ns1:spcAft>
              <ns1:buSzPts val="4800"/>
              <ns1:buNone/>
              <ns1:defRPr sz="4800"/>
            </ns1:lvl5pPr>
            <ns1:lvl6pPr>
              <ns1:spcBef>
                <ns1:spcPts val="0"/>
              </ns1:spcBef>
              <ns1:spcAft>
                <ns1:spcPts val="0"/>
              </ns1:spcAft>
              <ns1:buSzPts val="4800"/>
              <ns1:buNone/>
              <ns1:defRPr sz="4800"/>
            </ns1:lvl6pPr>
            <ns1:lvl7pPr>
              <ns1:spcBef>
                <ns1:spcPts val="0"/>
              </ns1:spcBef>
              <ns1:spcAft>
                <ns1:spcPts val="0"/>
              </ns1:spcAft>
              <ns1:buSzPts val="4800"/>
              <ns1:buNone/>
              <ns1:defRPr sz="4800"/>
            </ns1:lvl7pPr>
            <ns1:lvl8pPr>
              <ns1:spcBef>
                <ns1:spcPts val="0"/>
              </ns1:spcBef>
              <ns1:spcAft>
                <ns1:spcPts val="0"/>
              </ns1:spcAft>
              <ns1:buSzPts val="4800"/>
              <ns1:buNone/>
              <ns1:defRPr sz="4800"/>
            </ns1:lvl8pPr>
            <ns1:lvl9pPr>
              <ns1:spcBef>
                <ns1:spcPts val="0"/>
              </ns1:spcBef>
              <ns1:spcAft>
                <ns1:spcPts val="0"/>
              </ns1:spcAft>
              <ns1:buSzPts val="4800"/>
              <ns1:buNone/>
              <ns1:defRPr sz="4800"/>
            </ns1:lvl9pPr>
          </ns1:lstStyle>
          <ns1:p/>
        </ns0:txBody>
      </ns0:sp>
      <ns0:sp>
        <ns0:nvSpPr>
          <ns0:cNvPr id="34" name="Google Shape;34;p8">
            <ns1:extLst>
              <ns1:ext uri="{FF2B5EF4-FFF2-40B4-BE49-F238E27FC236}">
                <ns2:creationId id="{7AEF65CE-6DF5-4DE3-98C6-404296BEB6A5}"/>
              </ns1:ext>
            </ns1:extLst>
          </ns0:cNvPr>
          <ns0:cNvSpPr>
            <ns1:spLocks noGrp="1"/>
          </ns0:cNvSpPr>
          <ns0:nvPr>
            <ns0:ph type="sldNum" idx="12"/>
          </ns0:nvPr>
        </ns0:nvSpPr>
        <ns0:spPr>
          <ns1:xfrm>
            <ns1:off x="8472458" y="4663217"/>
            <ns1:ext cx="548700" cy="393600"/>
          </ns1:xfrm>
          <ns1:prstGeom prst="rect">
            <ns1:avLst/>
          </ns1:prstGeom>
        </ns0:spPr>
        <ns0:txBody>
          <ns1:bodyPr spcFirstLastPara="1" wrap="square" lIns="91425" tIns="91425" rIns="91425" bIns="91425" anchor="ctr">
            <ns1:normAutofit/>
          </ns1:bodyPr>
          <ns1:lstStyle>
            <ns1:lvl1pPr>
              <ns1:buNone/>
              <ns1:defRPr/>
            </ns1:lvl1pPr>
            <ns1:lvl2pPr>
              <ns1:buNone/>
              <ns1:defRPr/>
            </ns1:lvl2pPr>
            <ns1:lvl3pPr>
              <ns1:buNone/>
              <ns1:defRPr/>
            </ns1:lvl3pPr>
            <ns1:lvl4pPr>
              <ns1:buNone/>
              <ns1:defRPr/>
            </ns1:lvl4pPr>
            <ns1:lvl5pPr>
              <ns1:buNone/>
              <ns1:defRPr/>
            </ns1:lvl5pPr>
            <ns1:lvl6pPr>
              <ns1:buNone/>
              <ns1:defRPr/>
            </ns1:lvl6pPr>
            <ns1:lvl7pPr>
              <ns1:buNone/>
              <ns1:defRPr/>
            </ns1:lvl7pPr>
            <ns1:lvl8pPr>
              <ns1:buNone/>
              <ns1:defRPr/>
            </ns1:lvl8pPr>
            <ns1:lvl9pPr>
              <ns1:buNone/>
              <ns1:defRPr/>
            </ns1:lvl9pPr>
          </ns1:lstStyle>
          <ns1:p>
            <ns1:pPr marL="0" lvl="0" indent="0" algn="r">
              <ns1:spcBef>
                <ns1:spcPts val="0"/>
              </ns1:spcBef>
              <ns1:spcAft>
                <ns1:spcPts val="0"/>
              </ns1:spcAft>
              <ns1:buNone/>
            </ns1:pPr>
            <ns1:fld id="{00000000-1234-1234-1234-123412341234}" type="slidenum">
              <ns1:t>‹#›</ns1:t>
            </ns1:fld>
            <ns1:endParaRPr/>
          </ns1:p>
        </ns0:txBody>
      </ns0:sp>
    </ns0:spTree>
  </ns0:cSld>
</ns0:sldLayout>
</file>

<file path=ppt/slideLayouts/slideLayout8.xml><?xml version="1.0" encoding="utf-8"?>
<ns0:sldLayout xmlns:ns0="http://schemas.openxmlformats.org/presentationml/2006/main" xmlns:ns1="http://schemas.openxmlformats.org/drawingml/2006/main" xmlns:ns2="http://schemas.microsoft.com/office/drawing/2014/main" matchingName="Section title and description">
  <ns0:cSld name="SECTION_TITLE_AND_DESCRIPTION">
    <ns0:spTree>
      <ns0:nvGrpSpPr>
        <ns0:cNvPr id="1" name=""/>
        <ns0:cNvGrpSpPr/>
        <ns0:nvPr/>
      </ns0:nvGrpSpPr>
      <ns0:grpSpPr>
        <ns1:xfrm/>
      </ns0:grpSpPr>
      <ns0:sp>
        <ns0:nvSpPr>
          <ns0:cNvPr id="36" name="Google Shape;36;p9">
            <ns1:extLst>
              <ns1:ext uri="{FF2B5EF4-FFF2-40B4-BE49-F238E27FC236}">
                <ns2:creationId id="{AE134925-52A6-4CC5-90BA-2067F987E5EA}"/>
              </ns1:ext>
            </ns1:extLst>
          </ns0:cNvPr>
          <ns0:cNvSpPr>
            <ns1:spLocks noGrp="1"/>
          </ns0:cNvSpPr>
          <ns0:nvPr/>
        </ns0:nvSpPr>
        <ns0:spPr>
          <ns1:xfrm>
            <ns1:off x="4572000" y="-125"/>
            <ns1:ext cx="4572000" cy="5143500"/>
          </ns1:xfrm>
          <ns1:prstGeom prst="rect">
            <ns1:avLst/>
          </ns1:prstGeom>
          <ns1:solidFill>
            <ns1:schemeClr val="lt2"/>
          </ns1:solidFill>
          <ns1:ln>
            <ns1:noFill/>
          </ns1:ln>
        </ns0:spPr>
        <ns0:txBody>
          <ns1:bodyPr spcFirstLastPara="1" wrap="square" lIns="91425" tIns="91425" rIns="91425" bIns="91425" anchor="ctr">
            <ns1:noAutofit/>
          </ns1:bodyPr>
          <ns1:lstStyle/>
          <ns1:p>
            <ns1:pPr marL="0" lvl="0" indent="0" algn="l">
              <ns1:spcBef>
                <ns1:spcPts val="0"/>
              </ns1:spcBef>
              <ns1:spcAft>
                <ns1:spcPts val="0"/>
              </ns1:spcAft>
              <ns1:buNone/>
            </ns1:pPr>
            <ns1:r>
              <ns1:t/>
            </ns1:r>
            <ns1:endParaRPr/>
          </ns1:p>
        </ns0:txBody>
      </ns0:sp>
      <ns0:sp>
        <ns0:nvSpPr>
          <ns0:cNvPr id="37" name="Google Shape;37;p9">
            <ns1:extLst>
              <ns1:ext uri="{FF2B5EF4-FFF2-40B4-BE49-F238E27FC236}">
                <ns2:creationId id="{013FB23A-661D-4DBC-917E-5DC31603255C}"/>
              </ns1:ext>
            </ns1:extLst>
          </ns0:cNvPr>
          <ns0:cNvSpPr>
            <ns1:spLocks noGrp="1"/>
          </ns0:cNvSpPr>
          <ns0:nvPr>
            <ns0:ph type="title"/>
          </ns0:nvPr>
        </ns0:nvSpPr>
        <ns0:spPr>
          <ns1:xfrm>
            <ns1:off x="265500" y="1233175"/>
            <ns1:ext cx="4045200" cy="1482300"/>
          </ns1:xfrm>
          <ns1:prstGeom prst="rect">
            <ns1:avLst/>
          </ns1:prstGeom>
        </ns0:spPr>
        <ns0:txBody>
          <ns1:bodyPr spcFirstLastPara="1" wrap="square" lIns="91425" tIns="91425" rIns="91425" bIns="91425" anchor="b">
            <ns1:normAutofit/>
          </ns1:bodyPr>
          <ns1:lstStyle>
            <ns1:lvl1pPr algn="ctr">
              <ns1:spcBef>
                <ns1:spcPts val="0"/>
              </ns1:spcBef>
              <ns1:spcAft>
                <ns1:spcPts val="0"/>
              </ns1:spcAft>
              <ns1:buSzPts val="4200"/>
              <ns1:buNone/>
              <ns1:defRPr sz="4200"/>
            </ns1:lvl1pPr>
            <ns1:lvl2pPr algn="ctr">
              <ns1:spcBef>
                <ns1:spcPts val="0"/>
              </ns1:spcBef>
              <ns1:spcAft>
                <ns1:spcPts val="0"/>
              </ns1:spcAft>
              <ns1:buSzPts val="4200"/>
              <ns1:buNone/>
              <ns1:defRPr sz="4200"/>
            </ns1:lvl2pPr>
            <ns1:lvl3pPr algn="ctr">
              <ns1:spcBef>
                <ns1:spcPts val="0"/>
              </ns1:spcBef>
              <ns1:spcAft>
                <ns1:spcPts val="0"/>
              </ns1:spcAft>
              <ns1:buSzPts val="4200"/>
              <ns1:buNone/>
              <ns1:defRPr sz="4200"/>
            </ns1:lvl3pPr>
            <ns1:lvl4pPr algn="ctr">
              <ns1:spcBef>
                <ns1:spcPts val="0"/>
              </ns1:spcBef>
              <ns1:spcAft>
                <ns1:spcPts val="0"/>
              </ns1:spcAft>
              <ns1:buSzPts val="4200"/>
              <ns1:buNone/>
              <ns1:defRPr sz="4200"/>
            </ns1:lvl4pPr>
            <ns1:lvl5pPr algn="ctr">
              <ns1:spcBef>
                <ns1:spcPts val="0"/>
              </ns1:spcBef>
              <ns1:spcAft>
                <ns1:spcPts val="0"/>
              </ns1:spcAft>
              <ns1:buSzPts val="4200"/>
              <ns1:buNone/>
              <ns1:defRPr sz="4200"/>
            </ns1:lvl5pPr>
            <ns1:lvl6pPr algn="ctr">
              <ns1:spcBef>
                <ns1:spcPts val="0"/>
              </ns1:spcBef>
              <ns1:spcAft>
                <ns1:spcPts val="0"/>
              </ns1:spcAft>
              <ns1:buSzPts val="4200"/>
              <ns1:buNone/>
              <ns1:defRPr sz="4200"/>
            </ns1:lvl6pPr>
            <ns1:lvl7pPr algn="ctr">
              <ns1:spcBef>
                <ns1:spcPts val="0"/>
              </ns1:spcBef>
              <ns1:spcAft>
                <ns1:spcPts val="0"/>
              </ns1:spcAft>
              <ns1:buSzPts val="4200"/>
              <ns1:buNone/>
              <ns1:defRPr sz="4200"/>
            </ns1:lvl7pPr>
            <ns1:lvl8pPr algn="ctr">
              <ns1:spcBef>
                <ns1:spcPts val="0"/>
              </ns1:spcBef>
              <ns1:spcAft>
                <ns1:spcPts val="0"/>
              </ns1:spcAft>
              <ns1:buSzPts val="4200"/>
              <ns1:buNone/>
              <ns1:defRPr sz="4200"/>
            </ns1:lvl8pPr>
            <ns1:lvl9pPr algn="ctr">
              <ns1:spcBef>
                <ns1:spcPts val="0"/>
              </ns1:spcBef>
              <ns1:spcAft>
                <ns1:spcPts val="0"/>
              </ns1:spcAft>
              <ns1:buSzPts val="4200"/>
              <ns1:buNone/>
              <ns1:defRPr sz="4200"/>
            </ns1:lvl9pPr>
          </ns1:lstStyle>
          <ns1:p/>
        </ns0:txBody>
      </ns0:sp>
      <ns0:sp>
        <ns0:nvSpPr>
          <ns0:cNvPr id="38" name="Google Shape;38;p9">
            <ns1:extLst>
              <ns1:ext uri="{FF2B5EF4-FFF2-40B4-BE49-F238E27FC236}">
                <ns2:creationId id="{89A3672C-A45F-47B8-80F8-A3921AA79776}"/>
              </ns1:ext>
            </ns1:extLst>
          </ns0:cNvPr>
          <ns0:cNvSpPr>
            <ns1:spLocks noGrp="1"/>
          </ns0:cNvSpPr>
          <ns0:nvPr>
            <ns0:ph type="subTitle" idx="1"/>
          </ns0:nvPr>
        </ns0:nvSpPr>
        <ns0:spPr>
          <ns1:xfrm>
            <ns1:off x="265500" y="2803075"/>
            <ns1:ext cx="4045200" cy="1235100"/>
          </ns1:xfrm>
          <ns1:prstGeom prst="rect">
            <ns1:avLst/>
          </ns1:prstGeom>
        </ns0:spPr>
        <ns0:txBody>
          <ns1:bodyPr spcFirstLastPara="1" wrap="square" lIns="91425" tIns="91425" rIns="91425" bIns="91425" anchor="t">
            <ns1:normAutofit/>
          </ns1:bodyPr>
          <ns1:lstStyle>
            <ns1:lvl1pPr algn="ctr">
              <ns1:lnSpc>
                <ns1:spcPct val="100000"/>
              </ns1:lnSpc>
              <ns1:spcBef>
                <ns1:spcPts val="0"/>
              </ns1:spcBef>
              <ns1:spcAft>
                <ns1:spcPts val="0"/>
              </ns1:spcAft>
              <ns1:buSzPts val="2100"/>
              <ns1:buNone/>
              <ns1:defRPr sz="2100"/>
            </ns1:lvl1pPr>
            <ns1:lvl2pPr algn="ctr">
              <ns1:lnSpc>
                <ns1:spcPct val="100000"/>
              </ns1:lnSpc>
              <ns1:spcBef>
                <ns1:spcPts val="0"/>
              </ns1:spcBef>
              <ns1:spcAft>
                <ns1:spcPts val="0"/>
              </ns1:spcAft>
              <ns1:buSzPts val="2100"/>
              <ns1:buNone/>
              <ns1:defRPr sz="2100"/>
            </ns1:lvl2pPr>
            <ns1:lvl3pPr algn="ctr">
              <ns1:lnSpc>
                <ns1:spcPct val="100000"/>
              </ns1:lnSpc>
              <ns1:spcBef>
                <ns1:spcPts val="0"/>
              </ns1:spcBef>
              <ns1:spcAft>
                <ns1:spcPts val="0"/>
              </ns1:spcAft>
              <ns1:buSzPts val="2100"/>
              <ns1:buNone/>
              <ns1:defRPr sz="2100"/>
            </ns1:lvl3pPr>
            <ns1:lvl4pPr algn="ctr">
              <ns1:lnSpc>
                <ns1:spcPct val="100000"/>
              </ns1:lnSpc>
              <ns1:spcBef>
                <ns1:spcPts val="0"/>
              </ns1:spcBef>
              <ns1:spcAft>
                <ns1:spcPts val="0"/>
              </ns1:spcAft>
              <ns1:buSzPts val="2100"/>
              <ns1:buNone/>
              <ns1:defRPr sz="2100"/>
            </ns1:lvl4pPr>
            <ns1:lvl5pPr algn="ctr">
              <ns1:lnSpc>
                <ns1:spcPct val="100000"/>
              </ns1:lnSpc>
              <ns1:spcBef>
                <ns1:spcPts val="0"/>
              </ns1:spcBef>
              <ns1:spcAft>
                <ns1:spcPts val="0"/>
              </ns1:spcAft>
              <ns1:buSzPts val="2100"/>
              <ns1:buNone/>
              <ns1:defRPr sz="2100"/>
            </ns1:lvl5pPr>
            <ns1:lvl6pPr algn="ctr">
              <ns1:lnSpc>
                <ns1:spcPct val="100000"/>
              </ns1:lnSpc>
              <ns1:spcBef>
                <ns1:spcPts val="0"/>
              </ns1:spcBef>
              <ns1:spcAft>
                <ns1:spcPts val="0"/>
              </ns1:spcAft>
              <ns1:buSzPts val="2100"/>
              <ns1:buNone/>
              <ns1:defRPr sz="2100"/>
            </ns1:lvl6pPr>
            <ns1:lvl7pPr algn="ctr">
              <ns1:lnSpc>
                <ns1:spcPct val="100000"/>
              </ns1:lnSpc>
              <ns1:spcBef>
                <ns1:spcPts val="0"/>
              </ns1:spcBef>
              <ns1:spcAft>
                <ns1:spcPts val="0"/>
              </ns1:spcAft>
              <ns1:buSzPts val="2100"/>
              <ns1:buNone/>
              <ns1:defRPr sz="2100"/>
            </ns1:lvl7pPr>
            <ns1:lvl8pPr algn="ctr">
              <ns1:lnSpc>
                <ns1:spcPct val="100000"/>
              </ns1:lnSpc>
              <ns1:spcBef>
                <ns1:spcPts val="0"/>
              </ns1:spcBef>
              <ns1:spcAft>
                <ns1:spcPts val="0"/>
              </ns1:spcAft>
              <ns1:buSzPts val="2100"/>
              <ns1:buNone/>
              <ns1:defRPr sz="2100"/>
            </ns1:lvl8pPr>
            <ns1:lvl9pPr algn="ctr">
              <ns1:lnSpc>
                <ns1:spcPct val="100000"/>
              </ns1:lnSpc>
              <ns1:spcBef>
                <ns1:spcPts val="0"/>
              </ns1:spcBef>
              <ns1:spcAft>
                <ns1:spcPts val="0"/>
              </ns1:spcAft>
              <ns1:buSzPts val="2100"/>
              <ns1:buNone/>
              <ns1:defRPr sz="2100"/>
            </ns1:lvl9pPr>
          </ns1:lstStyle>
          <ns1:p/>
        </ns0:txBody>
      </ns0:sp>
      <ns0:sp>
        <ns0:nvSpPr>
          <ns0:cNvPr id="39" name="Google Shape;39;p9">
            <ns1:extLst>
              <ns1:ext uri="{FF2B5EF4-FFF2-40B4-BE49-F238E27FC236}">
                <ns2:creationId id="{28488527-98FF-4BF8-95D9-F58D35860635}"/>
              </ns1:ext>
            </ns1:extLst>
          </ns0:cNvPr>
          <ns0:cNvSpPr>
            <ns1:spLocks noGrp="1"/>
          </ns0:cNvSpPr>
          <ns0:nvPr>
            <ns0:ph type="body" idx="2"/>
          </ns0:nvPr>
        </ns0:nvSpPr>
        <ns0:spPr>
          <ns1:xfrm>
            <ns1:off x="4939500" y="724075"/>
            <ns1:ext cx="3837000" cy="3695100"/>
          </ns1:xfrm>
          <ns1:prstGeom prst="rect">
            <ns1:avLst/>
          </ns1:prstGeom>
        </ns0:spPr>
        <ns0:txBody>
          <ns1:bodyPr spcFirstLastPara="1" wrap="square" lIns="91425" tIns="91425" rIns="91425" bIns="91425" anchor="ctr">
            <ns1:normAutofit/>
          </ns1:bodyPr>
          <ns1:lstStyle>
            <ns1:lvl1pPr marL="457200" indent="-342900">
              <ns1:spcBef>
                <ns1:spcPts val="0"/>
              </ns1:spcBef>
              <ns1:spcAft>
                <ns1:spcPts val="0"/>
              </ns1:spcAft>
              <ns1:buSzPts val="1800"/>
              <ns1:buChar char="●"/>
              <ns1:defRPr/>
            </ns1:lvl1pPr>
            <ns1:lvl2pPr marL="914400" indent="-317500">
              <ns1:spcBef>
                <ns1:spcPts val="0"/>
              </ns1:spcBef>
              <ns1:spcAft>
                <ns1:spcPts val="0"/>
              </ns1:spcAft>
              <ns1:buSzPts val="1400"/>
              <ns1:buChar char="○"/>
              <ns1:defRPr/>
            </ns1:lvl2pPr>
            <ns1:lvl3pPr marL="1371600" indent="-317500">
              <ns1:spcBef>
                <ns1:spcPts val="0"/>
              </ns1:spcBef>
              <ns1:spcAft>
                <ns1:spcPts val="0"/>
              </ns1:spcAft>
              <ns1:buSzPts val="1400"/>
              <ns1:buChar char="■"/>
              <ns1:defRPr/>
            </ns1:lvl3pPr>
            <ns1:lvl4pPr marL="1828800" indent="-317500">
              <ns1:spcBef>
                <ns1:spcPts val="0"/>
              </ns1:spcBef>
              <ns1:spcAft>
                <ns1:spcPts val="0"/>
              </ns1:spcAft>
              <ns1:buSzPts val="1400"/>
              <ns1:buChar char="●"/>
              <ns1:defRPr/>
            </ns1:lvl4pPr>
            <ns1:lvl5pPr marL="2286000" indent="-317500">
              <ns1:spcBef>
                <ns1:spcPts val="0"/>
              </ns1:spcBef>
              <ns1:spcAft>
                <ns1:spcPts val="0"/>
              </ns1:spcAft>
              <ns1:buSzPts val="1400"/>
              <ns1:buChar char="○"/>
              <ns1:defRPr/>
            </ns1:lvl5pPr>
            <ns1:lvl6pPr marL="2743200" indent="-317500">
              <ns1:spcBef>
                <ns1:spcPts val="0"/>
              </ns1:spcBef>
              <ns1:spcAft>
                <ns1:spcPts val="0"/>
              </ns1:spcAft>
              <ns1:buSzPts val="1400"/>
              <ns1:buChar char="■"/>
              <ns1:defRPr/>
            </ns1:lvl6pPr>
            <ns1:lvl7pPr marL="3200400" indent="-317500">
              <ns1:spcBef>
                <ns1:spcPts val="0"/>
              </ns1:spcBef>
              <ns1:spcAft>
                <ns1:spcPts val="0"/>
              </ns1:spcAft>
              <ns1:buSzPts val="1400"/>
              <ns1:buChar char="●"/>
              <ns1:defRPr/>
            </ns1:lvl7pPr>
            <ns1:lvl8pPr marL="3657600" indent="-317500">
              <ns1:spcBef>
                <ns1:spcPts val="0"/>
              </ns1:spcBef>
              <ns1:spcAft>
                <ns1:spcPts val="0"/>
              </ns1:spcAft>
              <ns1:buSzPts val="1400"/>
              <ns1:buChar char="○"/>
              <ns1:defRPr/>
            </ns1:lvl8pPr>
            <ns1:lvl9pPr marL="4114800" indent="-317500">
              <ns1:spcBef>
                <ns1:spcPts val="0"/>
              </ns1:spcBef>
              <ns1:spcAft>
                <ns1:spcPts val="0"/>
              </ns1:spcAft>
              <ns1:buSzPts val="1400"/>
              <ns1:buChar char="■"/>
              <ns1:defRPr/>
            </ns1:lvl9pPr>
          </ns1:lstStyle>
          <ns1:p/>
        </ns0:txBody>
      </ns0:sp>
      <ns0:sp>
        <ns0:nvSpPr>
          <ns0:cNvPr id="40" name="Google Shape;40;p9">
            <ns1:extLst>
              <ns1:ext uri="{FF2B5EF4-FFF2-40B4-BE49-F238E27FC236}">
                <ns2:creationId id="{5D01E29D-204E-49D1-BAA9-E6C018ACA7B7}"/>
              </ns1:ext>
            </ns1:extLst>
          </ns0:cNvPr>
          <ns0:cNvSpPr>
            <ns1:spLocks noGrp="1"/>
          </ns0:cNvSpPr>
          <ns0:nvPr>
            <ns0:ph type="sldNum" idx="12"/>
          </ns0:nvPr>
        </ns0:nvSpPr>
        <ns0:spPr>
          <ns1:xfrm>
            <ns1:off x="8472458" y="4663217"/>
            <ns1:ext cx="548700" cy="393600"/>
          </ns1:xfrm>
          <ns1:prstGeom prst="rect">
            <ns1:avLst/>
          </ns1:prstGeom>
        </ns0:spPr>
        <ns0:txBody>
          <ns1:bodyPr spcFirstLastPara="1" wrap="square" lIns="91425" tIns="91425" rIns="91425" bIns="91425" anchor="ctr">
            <ns1:normAutofit/>
          </ns1:bodyPr>
          <ns1:lstStyle>
            <ns1:lvl1pPr>
              <ns1:buNone/>
              <ns1:defRPr/>
            </ns1:lvl1pPr>
            <ns1:lvl2pPr>
              <ns1:buNone/>
              <ns1:defRPr/>
            </ns1:lvl2pPr>
            <ns1:lvl3pPr>
              <ns1:buNone/>
              <ns1:defRPr/>
            </ns1:lvl3pPr>
            <ns1:lvl4pPr>
              <ns1:buNone/>
              <ns1:defRPr/>
            </ns1:lvl4pPr>
            <ns1:lvl5pPr>
              <ns1:buNone/>
              <ns1:defRPr/>
            </ns1:lvl5pPr>
            <ns1:lvl6pPr>
              <ns1:buNone/>
              <ns1:defRPr/>
            </ns1:lvl6pPr>
            <ns1:lvl7pPr>
              <ns1:buNone/>
              <ns1:defRPr/>
            </ns1:lvl7pPr>
            <ns1:lvl8pPr>
              <ns1:buNone/>
              <ns1:defRPr/>
            </ns1:lvl8pPr>
            <ns1:lvl9pPr>
              <ns1:buNone/>
              <ns1:defRPr/>
            </ns1:lvl9pPr>
          </ns1:lstStyle>
          <ns1:p>
            <ns1:pPr marL="0" lvl="0" indent="0" algn="r">
              <ns1:spcBef>
                <ns1:spcPts val="0"/>
              </ns1:spcBef>
              <ns1:spcAft>
                <ns1:spcPts val="0"/>
              </ns1:spcAft>
              <ns1:buNone/>
            </ns1:pPr>
            <ns1:fld id="{00000000-1234-1234-1234-123412341234}" type="slidenum">
              <ns1:t>‹#›</ns1:t>
            </ns1:fld>
            <ns1:endParaRPr/>
          </ns1:p>
        </ns0:txBody>
      </ns0:sp>
    </ns0:spTree>
  </ns0:cSld>
</ns0:sldLayout>
</file>

<file path=ppt/slideLayouts/slideLayout9.xml><?xml version="1.0" encoding="utf-8"?>
<ns0:sldLayout xmlns:ns0="http://schemas.openxmlformats.org/presentationml/2006/main" xmlns:ns1="http://schemas.openxmlformats.org/drawingml/2006/main" xmlns:ns2="http://schemas.microsoft.com/office/drawing/2014/main" matchingName="Caption">
  <ns0:cSld name="CAPTION_ONLY">
    <ns0:spTree>
      <ns0:nvGrpSpPr>
        <ns0:cNvPr id="1" name=""/>
        <ns0:cNvGrpSpPr/>
        <ns0:nvPr/>
      </ns0:nvGrpSpPr>
      <ns0:grpSpPr>
        <ns1:xfrm/>
      </ns0:grpSpPr>
      <ns0:sp>
        <ns0:nvSpPr>
          <ns0:cNvPr id="42" name="Google Shape;42;p10">
            <ns1:extLst>
              <ns1:ext uri="{FF2B5EF4-FFF2-40B4-BE49-F238E27FC236}">
                <ns2:creationId id="{94EDCE73-61D0-409E-8D5E-289AEFE951A0}"/>
              </ns1:ext>
            </ns1:extLst>
          </ns0:cNvPr>
          <ns0:cNvSpPr>
            <ns1:spLocks noGrp="1"/>
          </ns0:cNvSpPr>
          <ns0:nvPr>
            <ns0:ph type="body" idx="1"/>
          </ns0:nvPr>
        </ns0:nvSpPr>
        <ns0:spPr>
          <ns1:xfrm>
            <ns1:off x="311700" y="4230575"/>
            <ns1:ext cx="5998800" cy="605100"/>
          </ns1:xfrm>
          <ns1:prstGeom prst="rect">
            <ns1:avLst/>
          </ns1:prstGeom>
        </ns0:spPr>
        <ns0:txBody>
          <ns1:bodyPr spcFirstLastPara="1" wrap="square" lIns="91425" tIns="91425" rIns="91425" bIns="91425" anchor="ctr">
            <ns1:normAutofit/>
          </ns1:bodyPr>
          <ns1:lstStyle>
            <ns1:lvl1pPr marL="457200" indent="-228600">
              <ns1:lnSpc>
                <ns1:spcPct val="100000"/>
              </ns1:lnSpc>
              <ns1:spcBef>
                <ns1:spcPts val="0"/>
              </ns1:spcBef>
              <ns1:spcAft>
                <ns1:spcPts val="0"/>
              </ns1:spcAft>
              <ns1:buSzPts val="1800"/>
              <ns1:buNone/>
              <ns1:defRPr/>
            </ns1:lvl1pPr>
          </ns1:lstStyle>
          <ns1:p/>
        </ns0:txBody>
      </ns0:sp>
      <ns0:sp>
        <ns0:nvSpPr>
          <ns0:cNvPr id="43" name="Google Shape;43;p10">
            <ns1:extLst>
              <ns1:ext uri="{FF2B5EF4-FFF2-40B4-BE49-F238E27FC236}">
                <ns2:creationId id="{8F9B2313-F063-404D-97C4-FFE724916165}"/>
              </ns1:ext>
            </ns1:extLst>
          </ns0:cNvPr>
          <ns0:cNvSpPr>
            <ns1:spLocks noGrp="1"/>
          </ns0:cNvSpPr>
          <ns0:nvPr>
            <ns0:ph type="sldNum" idx="12"/>
          </ns0:nvPr>
        </ns0:nvSpPr>
        <ns0:spPr>
          <ns1:xfrm>
            <ns1:off x="8472458" y="4663217"/>
            <ns1:ext cx="548700" cy="393600"/>
          </ns1:xfrm>
          <ns1:prstGeom prst="rect">
            <ns1:avLst/>
          </ns1:prstGeom>
        </ns0:spPr>
        <ns0:txBody>
          <ns1:bodyPr spcFirstLastPara="1" wrap="square" lIns="91425" tIns="91425" rIns="91425" bIns="91425" anchor="ctr">
            <ns1:normAutofit/>
          </ns1:bodyPr>
          <ns1:lstStyle>
            <ns1:lvl1pPr>
              <ns1:buNone/>
              <ns1:defRPr/>
            </ns1:lvl1pPr>
            <ns1:lvl2pPr>
              <ns1:buNone/>
              <ns1:defRPr/>
            </ns1:lvl2pPr>
            <ns1:lvl3pPr>
              <ns1:buNone/>
              <ns1:defRPr/>
            </ns1:lvl3pPr>
            <ns1:lvl4pPr>
              <ns1:buNone/>
              <ns1:defRPr/>
            </ns1:lvl4pPr>
            <ns1:lvl5pPr>
              <ns1:buNone/>
              <ns1:defRPr/>
            </ns1:lvl5pPr>
            <ns1:lvl6pPr>
              <ns1:buNone/>
              <ns1:defRPr/>
            </ns1:lvl6pPr>
            <ns1:lvl7pPr>
              <ns1:buNone/>
              <ns1:defRPr/>
            </ns1:lvl7pPr>
            <ns1:lvl8pPr>
              <ns1:buNone/>
              <ns1:defRPr/>
            </ns1:lvl8pPr>
            <ns1:lvl9pPr>
              <ns1:buNone/>
              <ns1:defRPr/>
            </ns1:lvl9pPr>
          </ns1:lstStyle>
          <ns1:p>
            <ns1:pPr marL="0" lvl="0" indent="0" algn="r">
              <ns1:spcBef>
                <ns1:spcPts val="0"/>
              </ns1:spcBef>
              <ns1:spcAft>
                <ns1:spcPts val="0"/>
              </ns1:spcAft>
              <ns1:buNone/>
            </ns1:pPr>
            <ns1:fld id="{00000000-1234-1234-1234-123412341234}" type="slidenum">
              <ns1:t>‹#›</ns1:t>
            </ns1:fld>
            <ns1:endParaRPr/>
          </ns1:p>
        </ns0:txBody>
      </ns0:sp>
    </ns0:spTree>
  </ns0:cSld>
</ns0:sldLayout>
</file>

<file path=ppt/slideLayouts/slideLayout10.xml><?xml version="1.0" encoding="utf-8"?>
<ns0:sldLayout xmlns:ns0="http://schemas.openxmlformats.org/presentationml/2006/main" xmlns:ns1="http://schemas.openxmlformats.org/drawingml/2006/main" xmlns:ns2="http://schemas.microsoft.com/office/drawing/2014/main" matchingName="Big number">
  <ns0:cSld name="BIG_NUMBER">
    <ns0:spTree>
      <ns0:nvGrpSpPr>
        <ns0:cNvPr id="1" name=""/>
        <ns0:cNvGrpSpPr/>
        <ns0:nvPr/>
      </ns0:nvGrpSpPr>
      <ns0:grpSpPr>
        <ns1:xfrm/>
      </ns0:grpSpPr>
      <ns0:sp>
        <ns0:nvSpPr>
          <ns0:cNvPr id="45" name="Google Shape;45;p11">
            <ns1:extLst>
              <ns1:ext uri="{FF2B5EF4-FFF2-40B4-BE49-F238E27FC236}">
                <ns2:creationId id="{3741BE2E-BC22-4225-A616-FD454D9C81E3}"/>
              </ns1:ext>
            </ns1:extLst>
          </ns0:cNvPr>
          <ns0:cNvSpPr>
            <ns1:spLocks noGrp="1"/>
          </ns0:cNvSpPr>
          <ns0:nvPr>
            <ns0:ph type="title" hasCustomPrompt="1"/>
          </ns0:nvPr>
        </ns0:nvSpPr>
        <ns0:spPr>
          <ns1:xfrm>
            <ns1:off x="311700" y="1106125"/>
            <ns1:ext cx="8520600" cy="1963500"/>
          </ns1:xfrm>
          <ns1:prstGeom prst="rect">
            <ns1:avLst/>
          </ns1:prstGeom>
        </ns0:spPr>
        <ns0:txBody>
          <ns1:bodyPr spcFirstLastPara="1" wrap="square" lIns="91425" tIns="91425" rIns="91425" bIns="91425" anchor="b">
            <ns1:normAutofit/>
          </ns1:bodyPr>
          <ns1:lstStyle>
            <ns1:lvl1pPr algn="ctr">
              <ns1:spcBef>
                <ns1:spcPts val="0"/>
              </ns1:spcBef>
              <ns1:spcAft>
                <ns1:spcPts val="0"/>
              </ns1:spcAft>
              <ns1:buSzPts val="12000"/>
              <ns1:buNone/>
              <ns1:defRPr sz="12000"/>
            </ns1:lvl1pPr>
            <ns1:lvl2pPr algn="ctr">
              <ns1:spcBef>
                <ns1:spcPts val="0"/>
              </ns1:spcBef>
              <ns1:spcAft>
                <ns1:spcPts val="0"/>
              </ns1:spcAft>
              <ns1:buSzPts val="12000"/>
              <ns1:buNone/>
              <ns1:defRPr sz="12000"/>
            </ns1:lvl2pPr>
            <ns1:lvl3pPr algn="ctr">
              <ns1:spcBef>
                <ns1:spcPts val="0"/>
              </ns1:spcBef>
              <ns1:spcAft>
                <ns1:spcPts val="0"/>
              </ns1:spcAft>
              <ns1:buSzPts val="12000"/>
              <ns1:buNone/>
              <ns1:defRPr sz="12000"/>
            </ns1:lvl3pPr>
            <ns1:lvl4pPr algn="ctr">
              <ns1:spcBef>
                <ns1:spcPts val="0"/>
              </ns1:spcBef>
              <ns1:spcAft>
                <ns1:spcPts val="0"/>
              </ns1:spcAft>
              <ns1:buSzPts val="12000"/>
              <ns1:buNone/>
              <ns1:defRPr sz="12000"/>
            </ns1:lvl4pPr>
            <ns1:lvl5pPr algn="ctr">
              <ns1:spcBef>
                <ns1:spcPts val="0"/>
              </ns1:spcBef>
              <ns1:spcAft>
                <ns1:spcPts val="0"/>
              </ns1:spcAft>
              <ns1:buSzPts val="12000"/>
              <ns1:buNone/>
              <ns1:defRPr sz="12000"/>
            </ns1:lvl5pPr>
            <ns1:lvl6pPr algn="ctr">
              <ns1:spcBef>
                <ns1:spcPts val="0"/>
              </ns1:spcBef>
              <ns1:spcAft>
                <ns1:spcPts val="0"/>
              </ns1:spcAft>
              <ns1:buSzPts val="12000"/>
              <ns1:buNone/>
              <ns1:defRPr sz="12000"/>
            </ns1:lvl6pPr>
            <ns1:lvl7pPr algn="ctr">
              <ns1:spcBef>
                <ns1:spcPts val="0"/>
              </ns1:spcBef>
              <ns1:spcAft>
                <ns1:spcPts val="0"/>
              </ns1:spcAft>
              <ns1:buSzPts val="12000"/>
              <ns1:buNone/>
              <ns1:defRPr sz="12000"/>
            </ns1:lvl7pPr>
            <ns1:lvl8pPr algn="ctr">
              <ns1:spcBef>
                <ns1:spcPts val="0"/>
              </ns1:spcBef>
              <ns1:spcAft>
                <ns1:spcPts val="0"/>
              </ns1:spcAft>
              <ns1:buSzPts val="12000"/>
              <ns1:buNone/>
              <ns1:defRPr sz="12000"/>
            </ns1:lvl8pPr>
            <ns1:lvl9pPr algn="ctr">
              <ns1:spcBef>
                <ns1:spcPts val="0"/>
              </ns1:spcBef>
              <ns1:spcAft>
                <ns1:spcPts val="0"/>
              </ns1:spcAft>
              <ns1:buSzPts val="12000"/>
              <ns1:buNone/>
              <ns1:defRPr sz="12000"/>
            </ns1:lvl9pPr>
          </ns1:lstStyle>
          <ns1:p>
            <ns1:r>
              <ns1:t>xx%</ns1:t>
            </ns1:r>
          </ns1:p>
        </ns0:txBody>
      </ns0:sp>
      <ns0:sp>
        <ns0:nvSpPr>
          <ns0:cNvPr id="46" name="Google Shape;46;p11">
            <ns1:extLst>
              <ns1:ext uri="{FF2B5EF4-FFF2-40B4-BE49-F238E27FC236}">
                <ns2:creationId id="{1A0E04AD-E6A4-48DA-85B8-5AC49A2B8D37}"/>
              </ns1:ext>
            </ns1:extLst>
          </ns0:cNvPr>
          <ns0:cNvSpPr>
            <ns1:spLocks noGrp="1"/>
          </ns0:cNvSpPr>
          <ns0:nvPr>
            <ns0:ph type="body" idx="1"/>
          </ns0:nvPr>
        </ns0:nvSpPr>
        <ns0:spPr>
          <ns1:xfrm>
            <ns1:off x="311700" y="3152225"/>
            <ns1:ext cx="8520600" cy="1300800"/>
          </ns1:xfrm>
          <ns1:prstGeom prst="rect">
            <ns1:avLst/>
          </ns1:prstGeom>
        </ns0:spPr>
        <ns0:txBody>
          <ns1:bodyPr spcFirstLastPara="1" wrap="square" lIns="91425" tIns="91425" rIns="91425" bIns="91425" anchor="t">
            <ns1:normAutofit/>
          </ns1:bodyPr>
          <ns1:lstStyle>
            <ns1:lvl1pPr marL="457200" indent="-342900" algn="ctr">
              <ns1:spcBef>
                <ns1:spcPts val="0"/>
              </ns1:spcBef>
              <ns1:spcAft>
                <ns1:spcPts val="0"/>
              </ns1:spcAft>
              <ns1:buSzPts val="1800"/>
              <ns1:buChar char="●"/>
              <ns1:defRPr/>
            </ns1:lvl1pPr>
            <ns1:lvl2pPr marL="914400" indent="-317500" algn="ctr">
              <ns1:spcBef>
                <ns1:spcPts val="0"/>
              </ns1:spcBef>
              <ns1:spcAft>
                <ns1:spcPts val="0"/>
              </ns1:spcAft>
              <ns1:buSzPts val="1400"/>
              <ns1:buChar char="○"/>
              <ns1:defRPr/>
            </ns1:lvl2pPr>
            <ns1:lvl3pPr marL="1371600" indent="-317500" algn="ctr">
              <ns1:spcBef>
                <ns1:spcPts val="0"/>
              </ns1:spcBef>
              <ns1:spcAft>
                <ns1:spcPts val="0"/>
              </ns1:spcAft>
              <ns1:buSzPts val="1400"/>
              <ns1:buChar char="■"/>
              <ns1:defRPr/>
            </ns1:lvl3pPr>
            <ns1:lvl4pPr marL="1828800" indent="-317500" algn="ctr">
              <ns1:spcBef>
                <ns1:spcPts val="0"/>
              </ns1:spcBef>
              <ns1:spcAft>
                <ns1:spcPts val="0"/>
              </ns1:spcAft>
              <ns1:buSzPts val="1400"/>
              <ns1:buChar char="●"/>
              <ns1:defRPr/>
            </ns1:lvl4pPr>
            <ns1:lvl5pPr marL="2286000" indent="-317500" algn="ctr">
              <ns1:spcBef>
                <ns1:spcPts val="0"/>
              </ns1:spcBef>
              <ns1:spcAft>
                <ns1:spcPts val="0"/>
              </ns1:spcAft>
              <ns1:buSzPts val="1400"/>
              <ns1:buChar char="○"/>
              <ns1:defRPr/>
            </ns1:lvl5pPr>
            <ns1:lvl6pPr marL="2743200" indent="-317500" algn="ctr">
              <ns1:spcBef>
                <ns1:spcPts val="0"/>
              </ns1:spcBef>
              <ns1:spcAft>
                <ns1:spcPts val="0"/>
              </ns1:spcAft>
              <ns1:buSzPts val="1400"/>
              <ns1:buChar char="■"/>
              <ns1:defRPr/>
            </ns1:lvl6pPr>
            <ns1:lvl7pPr marL="3200400" indent="-317500" algn="ctr">
              <ns1:spcBef>
                <ns1:spcPts val="0"/>
              </ns1:spcBef>
              <ns1:spcAft>
                <ns1:spcPts val="0"/>
              </ns1:spcAft>
              <ns1:buSzPts val="1400"/>
              <ns1:buChar char="●"/>
              <ns1:defRPr/>
            </ns1:lvl7pPr>
            <ns1:lvl8pPr marL="3657600" indent="-317500" algn="ctr">
              <ns1:spcBef>
                <ns1:spcPts val="0"/>
              </ns1:spcBef>
              <ns1:spcAft>
                <ns1:spcPts val="0"/>
              </ns1:spcAft>
              <ns1:buSzPts val="1400"/>
              <ns1:buChar char="○"/>
              <ns1:defRPr/>
            </ns1:lvl8pPr>
            <ns1:lvl9pPr marL="4114800" indent="-317500" algn="ctr">
              <ns1:spcBef>
                <ns1:spcPts val="0"/>
              </ns1:spcBef>
              <ns1:spcAft>
                <ns1:spcPts val="0"/>
              </ns1:spcAft>
              <ns1:buSzPts val="1400"/>
              <ns1:buChar char="■"/>
              <ns1:defRPr/>
            </ns1:lvl9pPr>
          </ns1:lstStyle>
          <ns1:p/>
        </ns0:txBody>
      </ns0:sp>
      <ns0:sp>
        <ns0:nvSpPr>
          <ns0:cNvPr id="47" name="Google Shape;47;p11">
            <ns1:extLst>
              <ns1:ext uri="{FF2B5EF4-FFF2-40B4-BE49-F238E27FC236}">
                <ns2:creationId id="{397E6DA4-9A0B-472A-A63D-57715575482B}"/>
              </ns1:ext>
            </ns1:extLst>
          </ns0:cNvPr>
          <ns0:cNvSpPr>
            <ns1:spLocks noGrp="1"/>
          </ns0:cNvSpPr>
          <ns0:nvPr>
            <ns0:ph type="sldNum" idx="12"/>
          </ns0:nvPr>
        </ns0:nvSpPr>
        <ns0:spPr>
          <ns1:xfrm>
            <ns1:off x="8472458" y="4663217"/>
            <ns1:ext cx="548700" cy="393600"/>
          </ns1:xfrm>
          <ns1:prstGeom prst="rect">
            <ns1:avLst/>
          </ns1:prstGeom>
        </ns0:spPr>
        <ns0:txBody>
          <ns1:bodyPr spcFirstLastPara="1" wrap="square" lIns="91425" tIns="91425" rIns="91425" bIns="91425" anchor="ctr">
            <ns1:normAutofit/>
          </ns1:bodyPr>
          <ns1:lstStyle>
            <ns1:lvl1pPr>
              <ns1:buNone/>
              <ns1:defRPr/>
            </ns1:lvl1pPr>
            <ns1:lvl2pPr>
              <ns1:buNone/>
              <ns1:defRPr/>
            </ns1:lvl2pPr>
            <ns1:lvl3pPr>
              <ns1:buNone/>
              <ns1:defRPr/>
            </ns1:lvl3pPr>
            <ns1:lvl4pPr>
              <ns1:buNone/>
              <ns1:defRPr/>
            </ns1:lvl4pPr>
            <ns1:lvl5pPr>
              <ns1:buNone/>
              <ns1:defRPr/>
            </ns1:lvl5pPr>
            <ns1:lvl6pPr>
              <ns1:buNone/>
              <ns1:defRPr/>
            </ns1:lvl6pPr>
            <ns1:lvl7pPr>
              <ns1:buNone/>
              <ns1:defRPr/>
            </ns1:lvl7pPr>
            <ns1:lvl8pPr>
              <ns1:buNone/>
              <ns1:defRPr/>
            </ns1:lvl8pPr>
            <ns1:lvl9pPr>
              <ns1:buNone/>
              <ns1:defRPr/>
            </ns1:lvl9pPr>
          </ns1:lstStyle>
          <ns1:p>
            <ns1:pPr marL="0" lvl="0" indent="0" algn="r">
              <ns1:spcBef>
                <ns1:spcPts val="0"/>
              </ns1:spcBef>
              <ns1:spcAft>
                <ns1:spcPts val="0"/>
              </ns1:spcAft>
              <ns1:buNone/>
            </ns1:pPr>
            <ns1:fld id="{00000000-1234-1234-1234-123412341234}" type="slidenum">
              <ns1:t>‹#›</ns1:t>
            </ns1:fld>
            <ns1:endParaRPr/>
          </ns1:p>
        </ns0:txBody>
      </ns0:sp>
    </ns0:spTree>
  </ns0:cSld>
</ns0:sldLayout>
</file>

<file path=ppt/slideLayouts/slideLayout11.xml><?xml version="1.0" encoding="utf-8"?>
<ns0:sldLayout xmlns:ns0="http://schemas.openxmlformats.org/presentationml/2006/main" xmlns:ns1="http://schemas.openxmlformats.org/drawingml/2006/main" xmlns:ns2="http://schemas.microsoft.com/office/drawing/2014/main" matchingName="Blank" type="blank">
  <ns0:cSld name="BLANK">
    <ns0:spTree>
      <ns0:nvGrpSpPr>
        <ns0:cNvPr id="1" name=""/>
        <ns0:cNvGrpSpPr/>
        <ns0:nvPr/>
      </ns0:nvGrpSpPr>
      <ns0:grpSpPr>
        <ns1:xfrm/>
      </ns0:grpSpPr>
      <ns0:sp>
        <ns0:nvSpPr>
          <ns0:cNvPr id="49" name="Google Shape;49;p12">
            <ns1:extLst>
              <ns1:ext uri="{FF2B5EF4-FFF2-40B4-BE49-F238E27FC236}">
                <ns2:creationId id="{82B6124D-6FB5-4201-AD63-9A9D802F97BC}"/>
              </ns1:ext>
            </ns1:extLst>
          </ns0:cNvPr>
          <ns0:cNvSpPr>
            <ns1:spLocks noGrp="1"/>
          </ns0:cNvSpPr>
          <ns0:nvPr>
            <ns0:ph type="sldNum" idx="12"/>
          </ns0:nvPr>
        </ns0:nvSpPr>
        <ns0:spPr>
          <ns1:xfrm>
            <ns1:off x="8472458" y="4663217"/>
            <ns1:ext cx="548700" cy="393600"/>
          </ns1:xfrm>
          <ns1:prstGeom prst="rect">
            <ns1:avLst/>
          </ns1:prstGeom>
        </ns0:spPr>
        <ns0:txBody>
          <ns1:bodyPr spcFirstLastPara="1" wrap="square" lIns="91425" tIns="91425" rIns="91425" bIns="91425" anchor="ctr">
            <ns1:normAutofit/>
          </ns1:bodyPr>
          <ns1:lstStyle>
            <ns1:lvl1pPr>
              <ns1:buNone/>
              <ns1:defRPr/>
            </ns1:lvl1pPr>
            <ns1:lvl2pPr>
              <ns1:buNone/>
              <ns1:defRPr/>
            </ns1:lvl2pPr>
            <ns1:lvl3pPr>
              <ns1:buNone/>
              <ns1:defRPr/>
            </ns1:lvl3pPr>
            <ns1:lvl4pPr>
              <ns1:buNone/>
              <ns1:defRPr/>
            </ns1:lvl4pPr>
            <ns1:lvl5pPr>
              <ns1:buNone/>
              <ns1:defRPr/>
            </ns1:lvl5pPr>
            <ns1:lvl6pPr>
              <ns1:buNone/>
              <ns1:defRPr/>
            </ns1:lvl6pPr>
            <ns1:lvl7pPr>
              <ns1:buNone/>
              <ns1:defRPr/>
            </ns1:lvl7pPr>
            <ns1:lvl8pPr>
              <ns1:buNone/>
              <ns1:defRPr/>
            </ns1:lvl8pPr>
            <ns1:lvl9pPr>
              <ns1:buNone/>
              <ns1:defRPr/>
            </ns1:lvl9pPr>
          </ns1:lstStyle>
          <ns1:p>
            <ns1:pPr marL="0" lvl="0" indent="0" algn="r">
              <ns1:spcBef>
                <ns1:spcPts val="0"/>
              </ns1:spcBef>
              <ns1:spcAft>
                <ns1:spcPts val="0"/>
              </ns1:spcAft>
              <ns1:buNone/>
            </ns1:pPr>
            <ns1:fld id="{00000000-1234-1234-1234-123412341234}" type="slidenum">
              <ns1:t>‹#›</ns1:t>
            </ns1:fld>
            <ns1:endParaRPr/>
          </ns1:p>
        </ns0:txBody>
      </ns0:sp>
    </ns0:spTree>
  </ns0:cSld>
</ns0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ccc34921e5304b0a" /><Relationship Type="http://schemas.openxmlformats.org/officeDocument/2006/relationships/slideLayout" Target="/ppt/slideLayouts/slideLayout1.xml" Id="Rfe7aa11a9a7645c0" /><Relationship Type="http://schemas.openxmlformats.org/officeDocument/2006/relationships/slideLayout" Target="/ppt/slideLayouts/slideLayout2.xml" Id="R8848c413f26e4a34" /><Relationship Type="http://schemas.openxmlformats.org/officeDocument/2006/relationships/slideLayout" Target="/ppt/slideLayouts/slideLayout3.xml" Id="R81155668c3914ac7" /><Relationship Type="http://schemas.openxmlformats.org/officeDocument/2006/relationships/slideLayout" Target="/ppt/slideLayouts/slideLayout4.xml" Id="R9a74d84ecfc4417f" /><Relationship Type="http://schemas.openxmlformats.org/officeDocument/2006/relationships/slideLayout" Target="/ppt/slideLayouts/slideLayout5.xml" Id="R39206dbdfbdf4d61" /><Relationship Type="http://schemas.openxmlformats.org/officeDocument/2006/relationships/slideLayout" Target="/ppt/slideLayouts/slideLayout6.xml" Id="R1a2fbc0bbb7246d2" /><Relationship Type="http://schemas.openxmlformats.org/officeDocument/2006/relationships/slideLayout" Target="/ppt/slideLayouts/slideLayout7.xml" Id="Ra54e6fd47eac44c4" /><Relationship Type="http://schemas.openxmlformats.org/officeDocument/2006/relationships/slideLayout" Target="/ppt/slideLayouts/slideLayout8.xml" Id="R35f97a78e5fb4e30" /><Relationship Type="http://schemas.openxmlformats.org/officeDocument/2006/relationships/slideLayout" Target="/ppt/slideLayouts/slideLayout9.xml" Id="Ra6433f0adba14e60" /><Relationship Type="http://schemas.openxmlformats.org/officeDocument/2006/relationships/slideLayout" Target="/ppt/slideLayouts/slideLayout10.xml" Id="R3a7c41157f4a482c" /><Relationship Type="http://schemas.openxmlformats.org/officeDocument/2006/relationships/slideLayout" Target="/ppt/slideLayouts/slideLayout11.xml" Id="Rcf1ba87ae69448d5" /></Relationships>
</file>

<file path=ppt/slideMasters/slideMaster1.xml><?xml version="1.0" encoding="utf-8"?>
<ns0:sldMaster xmlns:ns0="http://schemas.openxmlformats.org/presentationml/2006/main" xmlns:ns1="http://schemas.openxmlformats.org/drawingml/2006/main" xmlns:ns2="http://schemas.microsoft.com/office/drawing/2014/main" xmlns:ns3="http://schemas.openxmlformats.org/officeDocument/2006/relationships">
  <ns0:cSld name="simple-light-2">
    <ns0:bg>
      <ns0:bgPr>
        <ns1:solidFill>
          <ns1:schemeClr val="lt1"/>
        </ns1:solidFill>
      </ns0:bgPr>
    </ns0:bg>
    <ns0:spTree>
      <ns0:nvGrpSpPr>
        <ns0:cNvPr id="1" name=""/>
        <ns0:cNvGrpSpPr/>
        <ns0:nvPr/>
      </ns0:nvGrpSpPr>
      <ns0:grpSpPr>
        <ns1:xfrm/>
      </ns0:grpSpPr>
      <ns0:sp>
        <ns0:nvSpPr>
          <ns0:cNvPr id="6" name="Google Shape;6;p1">
            <ns1:extLst>
              <ns1:ext uri="{FF2B5EF4-FFF2-40B4-BE49-F238E27FC236}">
                <ns2:creationId id="{743C563A-B5CA-46D8-B318-714E17F29ABC}"/>
              </ns1:ext>
            </ns1:extLst>
          </ns0:cNvPr>
          <ns0:cNvSpPr>
            <ns1:spLocks noGrp="1"/>
          </ns0:cNvSpPr>
          <ns0:nvPr>
            <ns0:ph type="title"/>
          </ns0:nvPr>
        </ns0:nvSpPr>
        <ns0:spPr>
          <ns1:xfrm>
            <ns1:off x="311700" y="445025"/>
            <ns1:ext cx="8520600" cy="572700"/>
          </ns1:xfrm>
          <ns1:prstGeom prst="rect">
            <ns1:avLst/>
          </ns1:prstGeom>
          <ns1:noFill/>
          <ns1:ln>
            <ns1:noFill/>
          </ns1:ln>
        </ns0:spPr>
        <ns0:txBody>
          <ns1:bodyPr spcFirstLastPara="1" wrap="square" lIns="91425" tIns="91425" rIns="91425" bIns="91425" anchor="t">
            <ns1:normAutofit/>
          </ns1:bodyPr>
          <ns1:lstStyle>
            <ns1:lvl1pPr>
              <ns1:spcBef>
                <ns1:spcPts val="0"/>
              </ns1:spcBef>
              <ns1:spcAft>
                <ns1:spcPts val="0"/>
              </ns1:spcAft>
              <ns1:buClr>
                <ns1:schemeClr val="dk1"/>
              </ns1:buClr>
              <ns1:buSzPts val="2800"/>
              <ns1:buNone/>
              <ns1:defRPr sz="2800">
                <ns1:solidFill>
                  <ns1:schemeClr val="dk1"/>
                </ns1:solidFill>
              </ns1:defRPr>
            </ns1:lvl1pPr>
            <ns1:lvl2pPr>
              <ns1:spcBef>
                <ns1:spcPts val="0"/>
              </ns1:spcBef>
              <ns1:spcAft>
                <ns1:spcPts val="0"/>
              </ns1:spcAft>
              <ns1:buClr>
                <ns1:schemeClr val="dk1"/>
              </ns1:buClr>
              <ns1:buSzPts val="2800"/>
              <ns1:buNone/>
              <ns1:defRPr sz="2800">
                <ns1:solidFill>
                  <ns1:schemeClr val="dk1"/>
                </ns1:solidFill>
              </ns1:defRPr>
            </ns1:lvl2pPr>
            <ns1:lvl3pPr>
              <ns1:spcBef>
                <ns1:spcPts val="0"/>
              </ns1:spcBef>
              <ns1:spcAft>
                <ns1:spcPts val="0"/>
              </ns1:spcAft>
              <ns1:buClr>
                <ns1:schemeClr val="dk1"/>
              </ns1:buClr>
              <ns1:buSzPts val="2800"/>
              <ns1:buNone/>
              <ns1:defRPr sz="2800">
                <ns1:solidFill>
                  <ns1:schemeClr val="dk1"/>
                </ns1:solidFill>
              </ns1:defRPr>
            </ns1:lvl3pPr>
            <ns1:lvl4pPr>
              <ns1:spcBef>
                <ns1:spcPts val="0"/>
              </ns1:spcBef>
              <ns1:spcAft>
                <ns1:spcPts val="0"/>
              </ns1:spcAft>
              <ns1:buClr>
                <ns1:schemeClr val="dk1"/>
              </ns1:buClr>
              <ns1:buSzPts val="2800"/>
              <ns1:buNone/>
              <ns1:defRPr sz="2800">
                <ns1:solidFill>
                  <ns1:schemeClr val="dk1"/>
                </ns1:solidFill>
              </ns1:defRPr>
            </ns1:lvl4pPr>
            <ns1:lvl5pPr>
              <ns1:spcBef>
                <ns1:spcPts val="0"/>
              </ns1:spcBef>
              <ns1:spcAft>
                <ns1:spcPts val="0"/>
              </ns1:spcAft>
              <ns1:buClr>
                <ns1:schemeClr val="dk1"/>
              </ns1:buClr>
              <ns1:buSzPts val="2800"/>
              <ns1:buNone/>
              <ns1:defRPr sz="2800">
                <ns1:solidFill>
                  <ns1:schemeClr val="dk1"/>
                </ns1:solidFill>
              </ns1:defRPr>
            </ns1:lvl5pPr>
            <ns1:lvl6pPr>
              <ns1:spcBef>
                <ns1:spcPts val="0"/>
              </ns1:spcBef>
              <ns1:spcAft>
                <ns1:spcPts val="0"/>
              </ns1:spcAft>
              <ns1:buClr>
                <ns1:schemeClr val="dk1"/>
              </ns1:buClr>
              <ns1:buSzPts val="2800"/>
              <ns1:buNone/>
              <ns1:defRPr sz="2800">
                <ns1:solidFill>
                  <ns1:schemeClr val="dk1"/>
                </ns1:solidFill>
              </ns1:defRPr>
            </ns1:lvl6pPr>
            <ns1:lvl7pPr>
              <ns1:spcBef>
                <ns1:spcPts val="0"/>
              </ns1:spcBef>
              <ns1:spcAft>
                <ns1:spcPts val="0"/>
              </ns1:spcAft>
              <ns1:buClr>
                <ns1:schemeClr val="dk1"/>
              </ns1:buClr>
              <ns1:buSzPts val="2800"/>
              <ns1:buNone/>
              <ns1:defRPr sz="2800">
                <ns1:solidFill>
                  <ns1:schemeClr val="dk1"/>
                </ns1:solidFill>
              </ns1:defRPr>
            </ns1:lvl7pPr>
            <ns1:lvl8pPr>
              <ns1:spcBef>
                <ns1:spcPts val="0"/>
              </ns1:spcBef>
              <ns1:spcAft>
                <ns1:spcPts val="0"/>
              </ns1:spcAft>
              <ns1:buClr>
                <ns1:schemeClr val="dk1"/>
              </ns1:buClr>
              <ns1:buSzPts val="2800"/>
              <ns1:buNone/>
              <ns1:defRPr sz="2800">
                <ns1:solidFill>
                  <ns1:schemeClr val="dk1"/>
                </ns1:solidFill>
              </ns1:defRPr>
            </ns1:lvl8pPr>
            <ns1:lvl9pPr>
              <ns1:spcBef>
                <ns1:spcPts val="0"/>
              </ns1:spcBef>
              <ns1:spcAft>
                <ns1:spcPts val="0"/>
              </ns1:spcAft>
              <ns1:buClr>
                <ns1:schemeClr val="dk1"/>
              </ns1:buClr>
              <ns1:buSzPts val="2800"/>
              <ns1:buNone/>
              <ns1:defRPr sz="2800">
                <ns1:solidFill>
                  <ns1:schemeClr val="dk1"/>
                </ns1:solidFill>
              </ns1:defRPr>
            </ns1:lvl9pPr>
          </ns1:lstStyle>
          <ns1:p/>
        </ns0:txBody>
      </ns0:sp>
      <ns0:sp>
        <ns0:nvSpPr>
          <ns0:cNvPr id="7" name="Google Shape;7;p1">
            <ns1:extLst>
              <ns1:ext uri="{FF2B5EF4-FFF2-40B4-BE49-F238E27FC236}">
                <ns2:creationId id="{F504E5E2-7A15-48AD-94FF-74579E2E0D79}"/>
              </ns1:ext>
            </ns1:extLst>
          </ns0:cNvPr>
          <ns0:cNvSpPr>
            <ns1:spLocks noGrp="1"/>
          </ns0:cNvSpPr>
          <ns0:nvPr>
            <ns0:ph type="body" idx="1"/>
          </ns0:nvPr>
        </ns0:nvSpPr>
        <ns0:spPr>
          <ns1:xfrm>
            <ns1:off x="311700" y="1152475"/>
            <ns1:ext cx="8520600" cy="3416400"/>
          </ns1:xfrm>
          <ns1:prstGeom prst="rect">
            <ns1:avLst/>
          </ns1:prstGeom>
          <ns1:noFill/>
          <ns1:ln>
            <ns1:noFill/>
          </ns1:ln>
        </ns0:spPr>
        <ns0:txBody>
          <ns1:bodyPr spcFirstLastPara="1" wrap="square" lIns="91425" tIns="91425" rIns="91425" bIns="91425" anchor="t">
            <ns1:normAutofit/>
          </ns1:bodyPr>
          <ns1:lstStyle>
            <ns1:lvl1pPr marL="457200" indent="-342900">
              <ns1:lnSpc>
                <ns1:spcPct val="115000"/>
              </ns1:lnSpc>
              <ns1:spcBef>
                <ns1:spcPts val="0"/>
              </ns1:spcBef>
              <ns1:spcAft>
                <ns1:spcPts val="0"/>
              </ns1:spcAft>
              <ns1:buClr>
                <ns1:schemeClr val="dk2"/>
              </ns1:buClr>
              <ns1:buSzPts val="1800"/>
              <ns1:buChar char="●"/>
              <ns1:defRPr sz="1800">
                <ns1:solidFill>
                  <ns1:schemeClr val="dk2"/>
                </ns1:solidFill>
              </ns1:defRPr>
            </ns1:lvl1pPr>
            <ns1:lvl2pPr marL="914400" indent="-317500">
              <ns1:lnSpc>
                <ns1:spcPct val="115000"/>
              </ns1:lnSpc>
              <ns1:spcBef>
                <ns1:spcPts val="0"/>
              </ns1:spcBef>
              <ns1:spcAft>
                <ns1:spcPts val="0"/>
              </ns1:spcAft>
              <ns1:buClr>
                <ns1:schemeClr val="dk2"/>
              </ns1:buClr>
              <ns1:buSzPts val="1400"/>
              <ns1:buChar char="○"/>
              <ns1:defRPr>
                <ns1:solidFill>
                  <ns1:schemeClr val="dk2"/>
                </ns1:solidFill>
              </ns1:defRPr>
            </ns1:lvl2pPr>
            <ns1:lvl3pPr marL="1371600" indent="-317500">
              <ns1:lnSpc>
                <ns1:spcPct val="115000"/>
              </ns1:lnSpc>
              <ns1:spcBef>
                <ns1:spcPts val="0"/>
              </ns1:spcBef>
              <ns1:spcAft>
                <ns1:spcPts val="0"/>
              </ns1:spcAft>
              <ns1:buClr>
                <ns1:schemeClr val="dk2"/>
              </ns1:buClr>
              <ns1:buSzPts val="1400"/>
              <ns1:buChar char="■"/>
              <ns1:defRPr>
                <ns1:solidFill>
                  <ns1:schemeClr val="dk2"/>
                </ns1:solidFill>
              </ns1:defRPr>
            </ns1:lvl3pPr>
            <ns1:lvl4pPr marL="1828800" indent="-317500">
              <ns1:lnSpc>
                <ns1:spcPct val="115000"/>
              </ns1:lnSpc>
              <ns1:spcBef>
                <ns1:spcPts val="0"/>
              </ns1:spcBef>
              <ns1:spcAft>
                <ns1:spcPts val="0"/>
              </ns1:spcAft>
              <ns1:buClr>
                <ns1:schemeClr val="dk2"/>
              </ns1:buClr>
              <ns1:buSzPts val="1400"/>
              <ns1:buChar char="●"/>
              <ns1:defRPr>
                <ns1:solidFill>
                  <ns1:schemeClr val="dk2"/>
                </ns1:solidFill>
              </ns1:defRPr>
            </ns1:lvl4pPr>
            <ns1:lvl5pPr marL="2286000" indent="-317500">
              <ns1:lnSpc>
                <ns1:spcPct val="115000"/>
              </ns1:lnSpc>
              <ns1:spcBef>
                <ns1:spcPts val="0"/>
              </ns1:spcBef>
              <ns1:spcAft>
                <ns1:spcPts val="0"/>
              </ns1:spcAft>
              <ns1:buClr>
                <ns1:schemeClr val="dk2"/>
              </ns1:buClr>
              <ns1:buSzPts val="1400"/>
              <ns1:buChar char="○"/>
              <ns1:defRPr>
                <ns1:solidFill>
                  <ns1:schemeClr val="dk2"/>
                </ns1:solidFill>
              </ns1:defRPr>
            </ns1:lvl5pPr>
            <ns1:lvl6pPr marL="2743200" indent="-317500">
              <ns1:lnSpc>
                <ns1:spcPct val="115000"/>
              </ns1:lnSpc>
              <ns1:spcBef>
                <ns1:spcPts val="0"/>
              </ns1:spcBef>
              <ns1:spcAft>
                <ns1:spcPts val="0"/>
              </ns1:spcAft>
              <ns1:buClr>
                <ns1:schemeClr val="dk2"/>
              </ns1:buClr>
              <ns1:buSzPts val="1400"/>
              <ns1:buChar char="■"/>
              <ns1:defRPr>
                <ns1:solidFill>
                  <ns1:schemeClr val="dk2"/>
                </ns1:solidFill>
              </ns1:defRPr>
            </ns1:lvl6pPr>
            <ns1:lvl7pPr marL="3200400" indent="-317500">
              <ns1:lnSpc>
                <ns1:spcPct val="115000"/>
              </ns1:lnSpc>
              <ns1:spcBef>
                <ns1:spcPts val="0"/>
              </ns1:spcBef>
              <ns1:spcAft>
                <ns1:spcPts val="0"/>
              </ns1:spcAft>
              <ns1:buClr>
                <ns1:schemeClr val="dk2"/>
              </ns1:buClr>
              <ns1:buSzPts val="1400"/>
              <ns1:buChar char="●"/>
              <ns1:defRPr>
                <ns1:solidFill>
                  <ns1:schemeClr val="dk2"/>
                </ns1:solidFill>
              </ns1:defRPr>
            </ns1:lvl7pPr>
            <ns1:lvl8pPr marL="3657600" indent="-317500">
              <ns1:lnSpc>
                <ns1:spcPct val="115000"/>
              </ns1:lnSpc>
              <ns1:spcBef>
                <ns1:spcPts val="0"/>
              </ns1:spcBef>
              <ns1:spcAft>
                <ns1:spcPts val="0"/>
              </ns1:spcAft>
              <ns1:buClr>
                <ns1:schemeClr val="dk2"/>
              </ns1:buClr>
              <ns1:buSzPts val="1400"/>
              <ns1:buChar char="○"/>
              <ns1:defRPr>
                <ns1:solidFill>
                  <ns1:schemeClr val="dk2"/>
                </ns1:solidFill>
              </ns1:defRPr>
            </ns1:lvl8pPr>
            <ns1:lvl9pPr marL="4114800" indent="-317500">
              <ns1:lnSpc>
                <ns1:spcPct val="115000"/>
              </ns1:lnSpc>
              <ns1:spcBef>
                <ns1:spcPts val="0"/>
              </ns1:spcBef>
              <ns1:spcAft>
                <ns1:spcPts val="0"/>
              </ns1:spcAft>
              <ns1:buClr>
                <ns1:schemeClr val="dk2"/>
              </ns1:buClr>
              <ns1:buSzPts val="1400"/>
              <ns1:buChar char="■"/>
              <ns1:defRPr>
                <ns1:solidFill>
                  <ns1:schemeClr val="dk2"/>
                </ns1:solidFill>
              </ns1:defRPr>
            </ns1:lvl9pPr>
          </ns1:lstStyle>
          <ns1:p/>
        </ns0:txBody>
      </ns0:sp>
      <ns0:sp>
        <ns0:nvSpPr>
          <ns0:cNvPr id="8" name="Google Shape;8;p1">
            <ns1:extLst>
              <ns1:ext uri="{FF2B5EF4-FFF2-40B4-BE49-F238E27FC236}">
                <ns2:creationId id="{8119565D-AF08-4DE4-A5B5-6071FDAA04B8}"/>
              </ns1:ext>
            </ns1:extLst>
          </ns0:cNvPr>
          <ns0:cNvSpPr>
            <ns1:spLocks noGrp="1"/>
          </ns0:cNvSpPr>
          <ns0:nvPr>
            <ns0:ph type="sldNum" idx="12"/>
          </ns0:nvPr>
        </ns0:nvSpPr>
        <ns0:spPr>
          <ns1:xfrm>
            <ns1:off x="8472458" y="4663217"/>
            <ns1:ext cx="548700" cy="393600"/>
          </ns1:xfrm>
          <ns1:prstGeom prst="rect">
            <ns1:avLst/>
          </ns1:prstGeom>
          <ns1:noFill/>
          <ns1:ln>
            <ns1:noFill/>
          </ns1:ln>
        </ns0:spPr>
        <ns0:txBody>
          <ns1:bodyPr spcFirstLastPara="1" wrap="square" lIns="91425" tIns="91425" rIns="91425" bIns="91425" anchor="ctr">
            <ns1:normAutofit/>
          </ns1:bodyPr>
          <ns1:lstStyle>
            <ns1:lvl1pPr algn="r">
              <ns1:buNone/>
              <ns1:defRPr sz="1000">
                <ns1:solidFill>
                  <ns1:schemeClr val="dk2"/>
                </ns1:solidFill>
              </ns1:defRPr>
            </ns1:lvl1pPr>
            <ns1:lvl2pPr algn="r">
              <ns1:buNone/>
              <ns1:defRPr sz="1000">
                <ns1:solidFill>
                  <ns1:schemeClr val="dk2"/>
                </ns1:solidFill>
              </ns1:defRPr>
            </ns1:lvl2pPr>
            <ns1:lvl3pPr algn="r">
              <ns1:buNone/>
              <ns1:defRPr sz="1000">
                <ns1:solidFill>
                  <ns1:schemeClr val="dk2"/>
                </ns1:solidFill>
              </ns1:defRPr>
            </ns1:lvl3pPr>
            <ns1:lvl4pPr algn="r">
              <ns1:buNone/>
              <ns1:defRPr sz="1000">
                <ns1:solidFill>
                  <ns1:schemeClr val="dk2"/>
                </ns1:solidFill>
              </ns1:defRPr>
            </ns1:lvl4pPr>
            <ns1:lvl5pPr algn="r">
              <ns1:buNone/>
              <ns1:defRPr sz="1000">
                <ns1:solidFill>
                  <ns1:schemeClr val="dk2"/>
                </ns1:solidFill>
              </ns1:defRPr>
            </ns1:lvl5pPr>
            <ns1:lvl6pPr algn="r">
              <ns1:buNone/>
              <ns1:defRPr sz="1000">
                <ns1:solidFill>
                  <ns1:schemeClr val="dk2"/>
                </ns1:solidFill>
              </ns1:defRPr>
            </ns1:lvl6pPr>
            <ns1:lvl7pPr algn="r">
              <ns1:buNone/>
              <ns1:defRPr sz="1000">
                <ns1:solidFill>
                  <ns1:schemeClr val="dk2"/>
                </ns1:solidFill>
              </ns1:defRPr>
            </ns1:lvl7pPr>
            <ns1:lvl8pPr algn="r">
              <ns1:buNone/>
              <ns1:defRPr sz="1000">
                <ns1:solidFill>
                  <ns1:schemeClr val="dk2"/>
                </ns1:solidFill>
              </ns1:defRPr>
            </ns1:lvl8pPr>
            <ns1:lvl9pPr algn="r">
              <ns1:buNone/>
              <ns1:defRPr sz="1000">
                <ns1:solidFill>
                  <ns1:schemeClr val="dk2"/>
                </ns1:solidFill>
              </ns1:defRPr>
            </ns1:lvl9pPr>
          </ns1:lstStyle>
          <ns1:p>
            <ns1:pPr marL="0" lvl="0" indent="0" algn="r">
              <ns1:spcBef>
                <ns1:spcPts val="0"/>
              </ns1:spcBef>
              <ns1:spcAft>
                <ns1:spcPts val="0"/>
              </ns1:spcAft>
              <ns1:buNone/>
            </ns1:pPr>
            <ns1:fld id="{00000000-1234-1234-1234-123412341234}" type="slidenum">
              <ns1:t>‹#›</ns1:t>
            </ns1:fld>
            <ns1:endParaRPr/>
          </ns1:p>
        </ns0:txBody>
      </ns0:sp>
    </ns0:spTree>
  </ns0:cSld>
  <ns0:clrMap bg1="lt1" tx1="dk1" bg2="dk2" tx2="lt2" accent1="accent1" accent2="accent2" accent3="accent3" accent4="accent4" accent5="accent5" accent6="accent6" hlink="hlink" folHlink="folHlink"/>
  <ns0:sldLayoutIdLst>
    <ns0:sldLayoutId id="2147483649" ns3:id="Rfe7aa11a9a7645c0"/>
    <ns0:sldLayoutId id="2147483650" ns3:id="R8848c413f26e4a34"/>
    <ns0:sldLayoutId id="2147483651" ns3:id="R81155668c3914ac7"/>
    <ns0:sldLayoutId id="2147483652" ns3:id="R9a74d84ecfc4417f"/>
    <ns0:sldLayoutId id="2147483653" ns3:id="R39206dbdfbdf4d61"/>
    <ns0:sldLayoutId id="2147483654" ns3:id="R1a2fbc0bbb7246d2"/>
    <ns0:sldLayoutId id="2147483655" ns3:id="Ra54e6fd47eac44c4"/>
    <ns0:sldLayoutId id="2147483656" ns3:id="R35f97a78e5fb4e30"/>
    <ns0:sldLayoutId id="2147483657" ns3:id="Ra6433f0adba14e60"/>
    <ns0:sldLayoutId id="2147483658" ns3:id="R3a7c41157f4a482c"/>
    <ns0:sldLayoutId id="2147483659" ns3:id="Rcf1ba87ae69448d5"/>
  </ns0:sldLayoutIdLst>
  <ns0:hf sldNum="0" hdr="0" ftr="0" dt="0"/>
  <ns0:txStyles>
    <ns0:titleStyle>
      <ns1:lvl1pPr marR="0" algn="l">
        <ns1:lnSpc>
          <ns1:spcPct val="100000"/>
        </ns1:lnSpc>
        <ns1:spcBef>
          <ns1:spcPts val="0"/>
        </ns1:spcBef>
        <ns1:spcAft>
          <ns1:spcPts val="0"/>
        </ns1:spcAft>
        <ns1:buClr>
          <ns1:srgbClr val="000000"/>
        </ns1:buClr>
        <ns1:buFont typeface="Arial"/>
        <ns1:buNone/>
        <ns1:defRPr sz="1400" b="0" i="0" u="none" strike="noStrike" cap="none" spc="0">
          <ns1:solidFill>
            <ns1:srgbClr val="000000"/>
          </ns1:solidFill>
          <ns1:latin typeface="Arial"/>
          <ns1:ea typeface="Arial"/>
          <ns1:cs typeface="Arial"/>
        </ns1:defRPr>
      </ns1:lvl1pPr>
      <ns1:lvl2pPr marR="0" algn="l">
        <ns1:lnSpc>
          <ns1:spcPct val="100000"/>
        </ns1:lnSpc>
        <ns1:spcBef>
          <ns1:spcPts val="0"/>
        </ns1:spcBef>
        <ns1:spcAft>
          <ns1:spcPts val="0"/>
        </ns1:spcAft>
        <ns1:buClr>
          <ns1:srgbClr val="000000"/>
        </ns1:buClr>
        <ns1:buFont typeface="Arial"/>
        <ns1:buNone/>
        <ns1:defRPr sz="1400" b="0" i="0" u="none" strike="noStrike" cap="none" spc="0">
          <ns1:solidFill>
            <ns1:srgbClr val="000000"/>
          </ns1:solidFill>
          <ns1:latin typeface="Arial"/>
          <ns1:ea typeface="Arial"/>
          <ns1:cs typeface="Arial"/>
        </ns1:defRPr>
      </ns1:lvl2pPr>
      <ns1:lvl3pPr marR="0" algn="l">
        <ns1:lnSpc>
          <ns1:spcPct val="100000"/>
        </ns1:lnSpc>
        <ns1:spcBef>
          <ns1:spcPts val="0"/>
        </ns1:spcBef>
        <ns1:spcAft>
          <ns1:spcPts val="0"/>
        </ns1:spcAft>
        <ns1:buClr>
          <ns1:srgbClr val="000000"/>
        </ns1:buClr>
        <ns1:buFont typeface="Arial"/>
        <ns1:buNone/>
        <ns1:defRPr sz="1400" b="0" i="0" u="none" strike="noStrike" cap="none" spc="0">
          <ns1:solidFill>
            <ns1:srgbClr val="000000"/>
          </ns1:solidFill>
          <ns1:latin typeface="Arial"/>
          <ns1:ea typeface="Arial"/>
          <ns1:cs typeface="Arial"/>
        </ns1:defRPr>
      </ns1:lvl3pPr>
      <ns1:lvl4pPr marR="0" algn="l">
        <ns1:lnSpc>
          <ns1:spcPct val="100000"/>
        </ns1:lnSpc>
        <ns1:spcBef>
          <ns1:spcPts val="0"/>
        </ns1:spcBef>
        <ns1:spcAft>
          <ns1:spcPts val="0"/>
        </ns1:spcAft>
        <ns1:buClr>
          <ns1:srgbClr val="000000"/>
        </ns1:buClr>
        <ns1:buFont typeface="Arial"/>
        <ns1:buNone/>
        <ns1:defRPr sz="1400" b="0" i="0" u="none" strike="noStrike" cap="none" spc="0">
          <ns1:solidFill>
            <ns1:srgbClr val="000000"/>
          </ns1:solidFill>
          <ns1:latin typeface="Arial"/>
          <ns1:ea typeface="Arial"/>
          <ns1:cs typeface="Arial"/>
        </ns1:defRPr>
      </ns1:lvl4pPr>
      <ns1:lvl5pPr marR="0" algn="l">
        <ns1:lnSpc>
          <ns1:spcPct val="100000"/>
        </ns1:lnSpc>
        <ns1:spcBef>
          <ns1:spcPts val="0"/>
        </ns1:spcBef>
        <ns1:spcAft>
          <ns1:spcPts val="0"/>
        </ns1:spcAft>
        <ns1:buClr>
          <ns1:srgbClr val="000000"/>
        </ns1:buClr>
        <ns1:buFont typeface="Arial"/>
        <ns1:buNone/>
        <ns1:defRPr sz="1400" b="0" i="0" u="none" strike="noStrike" cap="none" spc="0">
          <ns1:solidFill>
            <ns1:srgbClr val="000000"/>
          </ns1:solidFill>
          <ns1:latin typeface="Arial"/>
          <ns1:ea typeface="Arial"/>
          <ns1:cs typeface="Arial"/>
        </ns1:defRPr>
      </ns1:lvl5pPr>
      <ns1:lvl6pPr marR="0" algn="l">
        <ns1:lnSpc>
          <ns1:spcPct val="100000"/>
        </ns1:lnSpc>
        <ns1:spcBef>
          <ns1:spcPts val="0"/>
        </ns1:spcBef>
        <ns1:spcAft>
          <ns1:spcPts val="0"/>
        </ns1:spcAft>
        <ns1:buClr>
          <ns1:srgbClr val="000000"/>
        </ns1:buClr>
        <ns1:buFont typeface="Arial"/>
        <ns1:buNone/>
        <ns1:defRPr sz="1400" b="0" i="0" u="none" strike="noStrike" cap="none" spc="0">
          <ns1:solidFill>
            <ns1:srgbClr val="000000"/>
          </ns1:solidFill>
          <ns1:latin typeface="Arial"/>
          <ns1:ea typeface="Arial"/>
          <ns1:cs typeface="Arial"/>
        </ns1:defRPr>
      </ns1:lvl6pPr>
      <ns1:lvl7pPr marR="0" algn="l">
        <ns1:lnSpc>
          <ns1:spcPct val="100000"/>
        </ns1:lnSpc>
        <ns1:spcBef>
          <ns1:spcPts val="0"/>
        </ns1:spcBef>
        <ns1:spcAft>
          <ns1:spcPts val="0"/>
        </ns1:spcAft>
        <ns1:buClr>
          <ns1:srgbClr val="000000"/>
        </ns1:buClr>
        <ns1:buFont typeface="Arial"/>
        <ns1:buNone/>
        <ns1:defRPr sz="1400" b="0" i="0" u="none" strike="noStrike" cap="none" spc="0">
          <ns1:solidFill>
            <ns1:srgbClr val="000000"/>
          </ns1:solidFill>
          <ns1:latin typeface="Arial"/>
          <ns1:ea typeface="Arial"/>
          <ns1:cs typeface="Arial"/>
        </ns1:defRPr>
      </ns1:lvl7pPr>
      <ns1:lvl8pPr marR="0" algn="l">
        <ns1:lnSpc>
          <ns1:spcPct val="100000"/>
        </ns1:lnSpc>
        <ns1:spcBef>
          <ns1:spcPts val="0"/>
        </ns1:spcBef>
        <ns1:spcAft>
          <ns1:spcPts val="0"/>
        </ns1:spcAft>
        <ns1:buClr>
          <ns1:srgbClr val="000000"/>
        </ns1:buClr>
        <ns1:buFont typeface="Arial"/>
        <ns1:buNone/>
        <ns1:defRPr sz="1400" b="0" i="0" u="none" strike="noStrike" cap="none" spc="0">
          <ns1:solidFill>
            <ns1:srgbClr val="000000"/>
          </ns1:solidFill>
          <ns1:latin typeface="Arial"/>
          <ns1:ea typeface="Arial"/>
          <ns1:cs typeface="Arial"/>
        </ns1:defRPr>
      </ns1:lvl8pPr>
      <ns1:lvl9pPr marR="0" algn="l">
        <ns1:lnSpc>
          <ns1:spcPct val="100000"/>
        </ns1:lnSpc>
        <ns1:spcBef>
          <ns1:spcPts val="0"/>
        </ns1:spcBef>
        <ns1:spcAft>
          <ns1:spcPts val="0"/>
        </ns1:spcAft>
        <ns1:buClr>
          <ns1:srgbClr val="000000"/>
        </ns1:buClr>
        <ns1:buFont typeface="Arial"/>
        <ns1:buNone/>
        <ns1:defRPr sz="1400" b="0" i="0" u="none" strike="noStrike" cap="none" spc="0">
          <ns1:solidFill>
            <ns1:srgbClr val="000000"/>
          </ns1:solidFill>
          <ns1:latin typeface="Arial"/>
          <ns1:ea typeface="Arial"/>
          <ns1:cs typeface="Arial"/>
        </ns1:defRPr>
      </ns1:lvl9pPr>
    </ns0:titleStyle>
    <ns0:bodyStyle>
      <ns1:lvl1pPr marR="0" algn="l">
        <ns1:lnSpc>
          <ns1:spcPct val="100000"/>
        </ns1:lnSpc>
        <ns1:spcBef>
          <ns1:spcPts val="0"/>
        </ns1:spcBef>
        <ns1:spcAft>
          <ns1:spcPts val="0"/>
        </ns1:spcAft>
        <ns1:buClr>
          <ns1:srgbClr val="000000"/>
        </ns1:buClr>
        <ns1:buFont typeface="Arial"/>
        <ns1:buNone/>
        <ns1:defRPr sz="1400" b="0" i="0" u="none" strike="noStrike" cap="none" spc="0">
          <ns1:solidFill>
            <ns1:srgbClr val="000000"/>
          </ns1:solidFill>
          <ns1:latin typeface="Arial"/>
          <ns1:ea typeface="Arial"/>
          <ns1:cs typeface="Arial"/>
        </ns1:defRPr>
      </ns1:lvl1pPr>
      <ns1:lvl2pPr marR="0" algn="l">
        <ns1:lnSpc>
          <ns1:spcPct val="100000"/>
        </ns1:lnSpc>
        <ns1:spcBef>
          <ns1:spcPts val="0"/>
        </ns1:spcBef>
        <ns1:spcAft>
          <ns1:spcPts val="0"/>
        </ns1:spcAft>
        <ns1:buClr>
          <ns1:srgbClr val="000000"/>
        </ns1:buClr>
        <ns1:buFont typeface="Arial"/>
        <ns1:buNone/>
        <ns1:defRPr sz="1400" b="0" i="0" u="none" strike="noStrike" cap="none" spc="0">
          <ns1:solidFill>
            <ns1:srgbClr val="000000"/>
          </ns1:solidFill>
          <ns1:latin typeface="Arial"/>
          <ns1:ea typeface="Arial"/>
          <ns1:cs typeface="Arial"/>
        </ns1:defRPr>
      </ns1:lvl2pPr>
      <ns1:lvl3pPr marR="0" algn="l">
        <ns1:lnSpc>
          <ns1:spcPct val="100000"/>
        </ns1:lnSpc>
        <ns1:spcBef>
          <ns1:spcPts val="0"/>
        </ns1:spcBef>
        <ns1:spcAft>
          <ns1:spcPts val="0"/>
        </ns1:spcAft>
        <ns1:buClr>
          <ns1:srgbClr val="000000"/>
        </ns1:buClr>
        <ns1:buFont typeface="Arial"/>
        <ns1:buNone/>
        <ns1:defRPr sz="1400" b="0" i="0" u="none" strike="noStrike" cap="none" spc="0">
          <ns1:solidFill>
            <ns1:srgbClr val="000000"/>
          </ns1:solidFill>
          <ns1:latin typeface="Arial"/>
          <ns1:ea typeface="Arial"/>
          <ns1:cs typeface="Arial"/>
        </ns1:defRPr>
      </ns1:lvl3pPr>
      <ns1:lvl4pPr marR="0" algn="l">
        <ns1:lnSpc>
          <ns1:spcPct val="100000"/>
        </ns1:lnSpc>
        <ns1:spcBef>
          <ns1:spcPts val="0"/>
        </ns1:spcBef>
        <ns1:spcAft>
          <ns1:spcPts val="0"/>
        </ns1:spcAft>
        <ns1:buClr>
          <ns1:srgbClr val="000000"/>
        </ns1:buClr>
        <ns1:buFont typeface="Arial"/>
        <ns1:buNone/>
        <ns1:defRPr sz="1400" b="0" i="0" u="none" strike="noStrike" cap="none" spc="0">
          <ns1:solidFill>
            <ns1:srgbClr val="000000"/>
          </ns1:solidFill>
          <ns1:latin typeface="Arial"/>
          <ns1:ea typeface="Arial"/>
          <ns1:cs typeface="Arial"/>
        </ns1:defRPr>
      </ns1:lvl4pPr>
      <ns1:lvl5pPr marR="0" algn="l">
        <ns1:lnSpc>
          <ns1:spcPct val="100000"/>
        </ns1:lnSpc>
        <ns1:spcBef>
          <ns1:spcPts val="0"/>
        </ns1:spcBef>
        <ns1:spcAft>
          <ns1:spcPts val="0"/>
        </ns1:spcAft>
        <ns1:buClr>
          <ns1:srgbClr val="000000"/>
        </ns1:buClr>
        <ns1:buFont typeface="Arial"/>
        <ns1:buNone/>
        <ns1:defRPr sz="1400" b="0" i="0" u="none" strike="noStrike" cap="none" spc="0">
          <ns1:solidFill>
            <ns1:srgbClr val="000000"/>
          </ns1:solidFill>
          <ns1:latin typeface="Arial"/>
          <ns1:ea typeface="Arial"/>
          <ns1:cs typeface="Arial"/>
        </ns1:defRPr>
      </ns1:lvl5pPr>
      <ns1:lvl6pPr marR="0" algn="l">
        <ns1:lnSpc>
          <ns1:spcPct val="100000"/>
        </ns1:lnSpc>
        <ns1:spcBef>
          <ns1:spcPts val="0"/>
        </ns1:spcBef>
        <ns1:spcAft>
          <ns1:spcPts val="0"/>
        </ns1:spcAft>
        <ns1:buClr>
          <ns1:srgbClr val="000000"/>
        </ns1:buClr>
        <ns1:buFont typeface="Arial"/>
        <ns1:buNone/>
        <ns1:defRPr sz="1400" b="0" i="0" u="none" strike="noStrike" cap="none" spc="0">
          <ns1:solidFill>
            <ns1:srgbClr val="000000"/>
          </ns1:solidFill>
          <ns1:latin typeface="Arial"/>
          <ns1:ea typeface="Arial"/>
          <ns1:cs typeface="Arial"/>
        </ns1:defRPr>
      </ns1:lvl6pPr>
      <ns1:lvl7pPr marR="0" algn="l">
        <ns1:lnSpc>
          <ns1:spcPct val="100000"/>
        </ns1:lnSpc>
        <ns1:spcBef>
          <ns1:spcPts val="0"/>
        </ns1:spcBef>
        <ns1:spcAft>
          <ns1:spcPts val="0"/>
        </ns1:spcAft>
        <ns1:buClr>
          <ns1:srgbClr val="000000"/>
        </ns1:buClr>
        <ns1:buFont typeface="Arial"/>
        <ns1:buNone/>
        <ns1:defRPr sz="1400" b="0" i="0" u="none" strike="noStrike" cap="none" spc="0">
          <ns1:solidFill>
            <ns1:srgbClr val="000000"/>
          </ns1:solidFill>
          <ns1:latin typeface="Arial"/>
          <ns1:ea typeface="Arial"/>
          <ns1:cs typeface="Arial"/>
        </ns1:defRPr>
      </ns1:lvl7pPr>
      <ns1:lvl8pPr marR="0" algn="l">
        <ns1:lnSpc>
          <ns1:spcPct val="100000"/>
        </ns1:lnSpc>
        <ns1:spcBef>
          <ns1:spcPts val="0"/>
        </ns1:spcBef>
        <ns1:spcAft>
          <ns1:spcPts val="0"/>
        </ns1:spcAft>
        <ns1:buClr>
          <ns1:srgbClr val="000000"/>
        </ns1:buClr>
        <ns1:buFont typeface="Arial"/>
        <ns1:buNone/>
        <ns1:defRPr sz="1400" b="0" i="0" u="none" strike="noStrike" cap="none" spc="0">
          <ns1:solidFill>
            <ns1:srgbClr val="000000"/>
          </ns1:solidFill>
          <ns1:latin typeface="Arial"/>
          <ns1:ea typeface="Arial"/>
          <ns1:cs typeface="Arial"/>
        </ns1:defRPr>
      </ns1:lvl8pPr>
      <ns1:lvl9pPr marR="0" algn="l">
        <ns1:lnSpc>
          <ns1:spcPct val="100000"/>
        </ns1:lnSpc>
        <ns1:spcBef>
          <ns1:spcPts val="0"/>
        </ns1:spcBef>
        <ns1:spcAft>
          <ns1:spcPts val="0"/>
        </ns1:spcAft>
        <ns1:buClr>
          <ns1:srgbClr val="000000"/>
        </ns1:buClr>
        <ns1:buFont typeface="Arial"/>
        <ns1:buNone/>
        <ns1:defRPr sz="1400" b="0" i="0" u="none" strike="noStrike" cap="none" spc="0">
          <ns1:solidFill>
            <ns1:srgbClr val="000000"/>
          </ns1:solidFill>
          <ns1:latin typeface="Arial"/>
          <ns1:ea typeface="Arial"/>
          <ns1:cs typeface="Arial"/>
        </ns1:defRPr>
      </ns1:lvl9pPr>
    </ns0:bodyStyle>
    <ns0:otherStyle>
      <ns1:lvl1pPr marR="0" algn="l">
        <ns1:lnSpc>
          <ns1:spcPct val="100000"/>
        </ns1:lnSpc>
        <ns1:spcBef>
          <ns1:spcPts val="0"/>
        </ns1:spcBef>
        <ns1:spcAft>
          <ns1:spcPts val="0"/>
        </ns1:spcAft>
        <ns1:buClr>
          <ns1:srgbClr val="000000"/>
        </ns1:buClr>
        <ns1:buFont typeface="Arial"/>
        <ns1:buNone/>
        <ns1:defRPr sz="1400" b="0" i="0" u="none" strike="noStrike" cap="none" spc="0">
          <ns1:solidFill>
            <ns1:srgbClr val="000000"/>
          </ns1:solidFill>
          <ns1:latin typeface="Arial"/>
          <ns1:ea typeface="Arial"/>
          <ns1:cs typeface="Arial"/>
        </ns1:defRPr>
      </ns1:lvl1pPr>
      <ns1:lvl2pPr marR="0" algn="l">
        <ns1:lnSpc>
          <ns1:spcPct val="100000"/>
        </ns1:lnSpc>
        <ns1:spcBef>
          <ns1:spcPts val="0"/>
        </ns1:spcBef>
        <ns1:spcAft>
          <ns1:spcPts val="0"/>
        </ns1:spcAft>
        <ns1:buClr>
          <ns1:srgbClr val="000000"/>
        </ns1:buClr>
        <ns1:buFont typeface="Arial"/>
        <ns1:buNone/>
        <ns1:defRPr sz="1400" b="0" i="0" u="none" strike="noStrike" cap="none" spc="0">
          <ns1:solidFill>
            <ns1:srgbClr val="000000"/>
          </ns1:solidFill>
          <ns1:latin typeface="Arial"/>
          <ns1:ea typeface="Arial"/>
          <ns1:cs typeface="Arial"/>
        </ns1:defRPr>
      </ns1:lvl2pPr>
      <ns1:lvl3pPr marR="0" algn="l">
        <ns1:lnSpc>
          <ns1:spcPct val="100000"/>
        </ns1:lnSpc>
        <ns1:spcBef>
          <ns1:spcPts val="0"/>
        </ns1:spcBef>
        <ns1:spcAft>
          <ns1:spcPts val="0"/>
        </ns1:spcAft>
        <ns1:buClr>
          <ns1:srgbClr val="000000"/>
        </ns1:buClr>
        <ns1:buFont typeface="Arial"/>
        <ns1:buNone/>
        <ns1:defRPr sz="1400" b="0" i="0" u="none" strike="noStrike" cap="none" spc="0">
          <ns1:solidFill>
            <ns1:srgbClr val="000000"/>
          </ns1:solidFill>
          <ns1:latin typeface="Arial"/>
          <ns1:ea typeface="Arial"/>
          <ns1:cs typeface="Arial"/>
        </ns1:defRPr>
      </ns1:lvl3pPr>
      <ns1:lvl4pPr marR="0" algn="l">
        <ns1:lnSpc>
          <ns1:spcPct val="100000"/>
        </ns1:lnSpc>
        <ns1:spcBef>
          <ns1:spcPts val="0"/>
        </ns1:spcBef>
        <ns1:spcAft>
          <ns1:spcPts val="0"/>
        </ns1:spcAft>
        <ns1:buClr>
          <ns1:srgbClr val="000000"/>
        </ns1:buClr>
        <ns1:buFont typeface="Arial"/>
        <ns1:buNone/>
        <ns1:defRPr sz="1400" b="0" i="0" u="none" strike="noStrike" cap="none" spc="0">
          <ns1:solidFill>
            <ns1:srgbClr val="000000"/>
          </ns1:solidFill>
          <ns1:latin typeface="Arial"/>
          <ns1:ea typeface="Arial"/>
          <ns1:cs typeface="Arial"/>
        </ns1:defRPr>
      </ns1:lvl4pPr>
      <ns1:lvl5pPr marR="0" algn="l">
        <ns1:lnSpc>
          <ns1:spcPct val="100000"/>
        </ns1:lnSpc>
        <ns1:spcBef>
          <ns1:spcPts val="0"/>
        </ns1:spcBef>
        <ns1:spcAft>
          <ns1:spcPts val="0"/>
        </ns1:spcAft>
        <ns1:buClr>
          <ns1:srgbClr val="000000"/>
        </ns1:buClr>
        <ns1:buFont typeface="Arial"/>
        <ns1:buNone/>
        <ns1:defRPr sz="1400" b="0" i="0" u="none" strike="noStrike" cap="none" spc="0">
          <ns1:solidFill>
            <ns1:srgbClr val="000000"/>
          </ns1:solidFill>
          <ns1:latin typeface="Arial"/>
          <ns1:ea typeface="Arial"/>
          <ns1:cs typeface="Arial"/>
        </ns1:defRPr>
      </ns1:lvl5pPr>
      <ns1:lvl6pPr marR="0" algn="l">
        <ns1:lnSpc>
          <ns1:spcPct val="100000"/>
        </ns1:lnSpc>
        <ns1:spcBef>
          <ns1:spcPts val="0"/>
        </ns1:spcBef>
        <ns1:spcAft>
          <ns1:spcPts val="0"/>
        </ns1:spcAft>
        <ns1:buClr>
          <ns1:srgbClr val="000000"/>
        </ns1:buClr>
        <ns1:buFont typeface="Arial"/>
        <ns1:buNone/>
        <ns1:defRPr sz="1400" b="0" i="0" u="none" strike="noStrike" cap="none" spc="0">
          <ns1:solidFill>
            <ns1:srgbClr val="000000"/>
          </ns1:solidFill>
          <ns1:latin typeface="Arial"/>
          <ns1:ea typeface="Arial"/>
          <ns1:cs typeface="Arial"/>
        </ns1:defRPr>
      </ns1:lvl6pPr>
      <ns1:lvl7pPr marR="0" algn="l">
        <ns1:lnSpc>
          <ns1:spcPct val="100000"/>
        </ns1:lnSpc>
        <ns1:spcBef>
          <ns1:spcPts val="0"/>
        </ns1:spcBef>
        <ns1:spcAft>
          <ns1:spcPts val="0"/>
        </ns1:spcAft>
        <ns1:buClr>
          <ns1:srgbClr val="000000"/>
        </ns1:buClr>
        <ns1:buFont typeface="Arial"/>
        <ns1:buNone/>
        <ns1:defRPr sz="1400" b="0" i="0" u="none" strike="noStrike" cap="none" spc="0">
          <ns1:solidFill>
            <ns1:srgbClr val="000000"/>
          </ns1:solidFill>
          <ns1:latin typeface="Arial"/>
          <ns1:ea typeface="Arial"/>
          <ns1:cs typeface="Arial"/>
        </ns1:defRPr>
      </ns1:lvl7pPr>
      <ns1:lvl8pPr marR="0" algn="l">
        <ns1:lnSpc>
          <ns1:spcPct val="100000"/>
        </ns1:lnSpc>
        <ns1:spcBef>
          <ns1:spcPts val="0"/>
        </ns1:spcBef>
        <ns1:spcAft>
          <ns1:spcPts val="0"/>
        </ns1:spcAft>
        <ns1:buClr>
          <ns1:srgbClr val="000000"/>
        </ns1:buClr>
        <ns1:buFont typeface="Arial"/>
        <ns1:buNone/>
        <ns1:defRPr sz="1400" b="0" i="0" u="none" strike="noStrike" cap="none" spc="0">
          <ns1:solidFill>
            <ns1:srgbClr val="000000"/>
          </ns1:solidFill>
          <ns1:latin typeface="Arial"/>
          <ns1:ea typeface="Arial"/>
          <ns1:cs typeface="Arial"/>
        </ns1:defRPr>
      </ns1:lvl8pPr>
      <ns1:lvl9pPr marR="0" algn="l">
        <ns1:lnSpc>
          <ns1:spcPct val="100000"/>
        </ns1:lnSpc>
        <ns1:spcBef>
          <ns1:spcPts val="0"/>
        </ns1:spcBef>
        <ns1:spcAft>
          <ns1:spcPts val="0"/>
        </ns1:spcAft>
        <ns1:buClr>
          <ns1:srgbClr val="000000"/>
        </ns1:buClr>
        <ns1:buFont typeface="Arial"/>
        <ns1:buNone/>
        <ns1:defRPr sz="1400" b="0" i="0" u="none" strike="noStrike" cap="none" spc="0">
          <ns1:solidFill>
            <ns1:srgbClr val="000000"/>
          </ns1:solidFill>
          <ns1:latin typeface="Arial"/>
          <ns1:ea typeface="Arial"/>
          <ns1:cs typeface="Arial"/>
        </ns1:defRPr>
      </ns1:lvl9pPr>
    </ns0:otherStyle>
  </ns0:txStyles>
</ns0:sldMaster>
</file>

<file path=ppt/slideMasters/theme/theme2.xml><?xml version="1.0" encoding="utf-8"?>
<a:theme xmlns:a="http://schemas.openxmlformats.org/drawingml/2006/main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Simple Light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>
          <a:solidFill>
            <a:schemeClr val="phClr">
              <a:shade val="95000"/>
              <a:satMod val="105000"/>
            </a:schemeClr>
          </a:solidFill>
          <a:prstDash val="solid"/>
        </a:ln>
        <a:ln w="25400">
          <a:solidFill>
            <a:schemeClr val="phClr"/>
          </a:solidFill>
          <a:prstDash val="solid"/>
        </a:ln>
        <a:ln w="38100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757fbfe40824c6e" /><Relationship Type="http://schemas.openxmlformats.org/officeDocument/2006/relationships/image" Target="/ppt/media/image.png" Id="Raef72ea5647244d7" /><Relationship Type="http://schemas.openxmlformats.org/officeDocument/2006/relationships/image" Target="/ppt/media/image2.png" Id="Rf599dba51daa4875" /><Relationship Type="http://schemas.openxmlformats.org/officeDocument/2006/relationships/notesSlide" Target="/ppt/notesSlides/notesSlide1.xml" Id="R35c2bb5237664879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10c6a12a9314734" /><Relationship Type="http://schemas.openxmlformats.org/officeDocument/2006/relationships/image" Target="/ppt/media/image2.png" Id="R11f4a562c4004cfb" /><Relationship Type="http://schemas.openxmlformats.org/officeDocument/2006/relationships/image" Target="/ppt/media/image3.png" Id="Rb1a9e66847c94f4e" /><Relationship Type="http://schemas.openxmlformats.org/officeDocument/2006/relationships/notesSlide" Target="/ppt/notesSlides/notesSlide2.xml" Id="Rf5cc3773c5b24613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348984c3717410f" /><Relationship Type="http://schemas.openxmlformats.org/officeDocument/2006/relationships/image" Target="/ppt/media/image4.png" Id="R3aa18ca2fb1e4ff1" /><Relationship Type="http://schemas.openxmlformats.org/officeDocument/2006/relationships/notesSlide" Target="/ppt/notesSlides/notesSlide3.xml" Id="Rffc6e5d0bccb4acb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ce93e6b83884bb9" /><Relationship Type="http://schemas.openxmlformats.org/officeDocument/2006/relationships/image" Target="/ppt/media/image2.png" Id="R33d18bd7d57e425c" /><Relationship Type="http://schemas.openxmlformats.org/officeDocument/2006/relationships/image" Target="/ppt/media/image4.png" Id="R3b44a68883ee4ee3" /><Relationship Type="http://schemas.openxmlformats.org/officeDocument/2006/relationships/notesSlide" Target="/ppt/notesSlides/notesSlide4.xml" Id="Rb51d7ae67e474fa4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90c16dc5ad14429" /><Relationship Type="http://schemas.openxmlformats.org/officeDocument/2006/relationships/image" Target="/ppt/media/image2.png" Id="R1cb18f818bbb4fa8" /><Relationship Type="http://schemas.openxmlformats.org/officeDocument/2006/relationships/image" Target="/ppt/media/image4.png" Id="Rf26c328b516241ae" /><Relationship Type="http://schemas.openxmlformats.org/officeDocument/2006/relationships/notesSlide" Target="/ppt/notesSlides/notesSlide5.xml" Id="R14b12e3419924937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8a1c99a277a4e80" /><Relationship Type="http://schemas.openxmlformats.org/officeDocument/2006/relationships/image" Target="/ppt/media/image2.png" Id="Ra2aede6c67c24e41" /><Relationship Type="http://schemas.openxmlformats.org/officeDocument/2006/relationships/image" Target="/ppt/media/image4.png" Id="R00b1eb7ffbad42a9" /><Relationship Type="http://schemas.openxmlformats.org/officeDocument/2006/relationships/notesSlide" Target="/ppt/notesSlides/notesSlide6.xml" Id="Rcd5e36f3b8674927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2e0140607e64c08" /><Relationship Type="http://schemas.openxmlformats.org/officeDocument/2006/relationships/image" Target="/ppt/media/image2.png" Id="R89f099f7c09e40c6" /><Relationship Type="http://schemas.openxmlformats.org/officeDocument/2006/relationships/image" Target="/ppt/media/image4.png" Id="R0909d0f9a2b8443e" /><Relationship Type="http://schemas.openxmlformats.org/officeDocument/2006/relationships/image" Target="/ppt/media/image.jpeg" Id="Re11abb81e0b0459a" /><Relationship Type="http://schemas.openxmlformats.org/officeDocument/2006/relationships/image" Target="/ppt/media/image2.jpeg" Id="R639a6006c9484087" /><Relationship Type="http://schemas.openxmlformats.org/officeDocument/2006/relationships/notesSlide" Target="/ppt/notesSlides/notesSlide7.xml" Id="R8bb3baa0b29e4e58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72aa4189e344094" /><Relationship Type="http://schemas.openxmlformats.org/officeDocument/2006/relationships/image" Target="/ppt/media/image2.png" Id="R88b3f93de5ca4f63" /><Relationship Type="http://schemas.openxmlformats.org/officeDocument/2006/relationships/image" Target="/ppt/media/image4.png" Id="Ra8ae25838f1a45b6" /><Relationship Type="http://schemas.openxmlformats.org/officeDocument/2006/relationships/notesSlide" Target="/ppt/notesSlides/notesSlide8.xml" Id="R2e41e1bcb32d4aa4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74f6ebf7d98439c" /><Relationship Type="http://schemas.openxmlformats.org/officeDocument/2006/relationships/image" Target="/ppt/media/image2.png" Id="Rb12a526ab7334b02" /><Relationship Type="http://schemas.openxmlformats.org/officeDocument/2006/relationships/image" Target="/ppt/media/image4.png" Id="Ra57e7a14d8cf4a28" /><Relationship Type="http://schemas.openxmlformats.org/officeDocument/2006/relationships/notesSlide" Target="/ppt/notesSlides/notesSlide9.xml" Id="R0fbaacebc2894e30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360b864b5a94c15" /><Relationship Type="http://schemas.openxmlformats.org/officeDocument/2006/relationships/image" Target="/ppt/media/image2.png" Id="R8290d9a1d5d44be0" /><Relationship Type="http://schemas.openxmlformats.org/officeDocument/2006/relationships/image" Target="/ppt/media/image4.png" Id="R8e11143d0fc14746" /><Relationship Type="http://schemas.openxmlformats.org/officeDocument/2006/relationships/notesSlide" Target="/ppt/notesSlides/notesSlide10.xml" Id="Rf74e59aedcf74431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6cfe575152d4630" /><Relationship Type="http://schemas.openxmlformats.org/officeDocument/2006/relationships/image" Target="/ppt/media/image2.png" Id="R602c28aa57584698" /><Relationship Type="http://schemas.openxmlformats.org/officeDocument/2006/relationships/image" Target="/ppt/media/image4.png" Id="Rc8f6470172fc4d15" /><Relationship Type="http://schemas.openxmlformats.org/officeDocument/2006/relationships/image" Target="/ppt/media/image3.jpeg" Id="Ra21301f1a29544da" /><Relationship Type="http://schemas.openxmlformats.org/officeDocument/2006/relationships/image" Target="/ppt/media/image4.jpeg" Id="Rc75d413a10044575" /><Relationship Type="http://schemas.openxmlformats.org/officeDocument/2006/relationships/notesSlide" Target="/ppt/notesSlides/notesSlide11.xml" Id="R1e20e98299274af4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e3e8b4b4f244b4a" /><Relationship Type="http://schemas.openxmlformats.org/officeDocument/2006/relationships/image" Target="/ppt/media/image2.png" Id="R69c9bf2cbc6a479d" /><Relationship Type="http://schemas.openxmlformats.org/officeDocument/2006/relationships/image" Target="/ppt/media/image4.png" Id="R1330e33878474eec" /><Relationship Type="http://schemas.openxmlformats.org/officeDocument/2006/relationships/notesSlide" Target="/ppt/notesSlides/notesSlide12.xml" Id="R030d7446f4eb476d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408748065f64ef0" /><Relationship Type="http://schemas.openxmlformats.org/officeDocument/2006/relationships/image" Target="/ppt/media/image2.png" Id="Rf08e7c7b3c914cc5" /><Relationship Type="http://schemas.openxmlformats.org/officeDocument/2006/relationships/image" Target="/ppt/media/image4.png" Id="Rd844edd81a2a4b42" /><Relationship Type="http://schemas.openxmlformats.org/officeDocument/2006/relationships/notesSlide" Target="/ppt/notesSlides/notesSlide13.xml" Id="Rd82f22fa15324fd7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c30b1ad91b34083" /><Relationship Type="http://schemas.openxmlformats.org/officeDocument/2006/relationships/image" Target="/ppt/media/image2.png" Id="R82de5509c1924010" /><Relationship Type="http://schemas.openxmlformats.org/officeDocument/2006/relationships/image" Target="/ppt/media/image4.png" Id="R1d828aa8433a406e" /><Relationship Type="http://schemas.openxmlformats.org/officeDocument/2006/relationships/hyperlink" Target="https://github.com/TheAverageGatsby13/project-irene" TargetMode="External" Id="R5c5e6cf7e2a24a1b" /><Relationship Type="http://schemas.openxmlformats.org/officeDocument/2006/relationships/hyperlink" Target="https://project-irene-fd39e.web.app" TargetMode="External" Id="R78a9432adea94257" /><Relationship Type="http://schemas.openxmlformats.org/officeDocument/2006/relationships/notesSlide" Target="/ppt/notesSlides/notesSlide14.xml" Id="R277ebc749ebe4441" /></Relationships>
</file>

<file path=ppt/slides/_rels/slide1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adaba008eb1493d" /><Relationship Type="http://schemas.openxmlformats.org/officeDocument/2006/relationships/image" Target="/ppt/media/image2.png" Id="Rf17df55246a243ed" /><Relationship Type="http://schemas.openxmlformats.org/officeDocument/2006/relationships/image" Target="/ppt/media/image4.png" Id="R953a9aeb45e44872" /><Relationship Type="http://schemas.openxmlformats.org/officeDocument/2006/relationships/notesSlide" Target="/ppt/notesSlides/notesSlide15.xml" Id="Ra50e9e807d0b48b9" /></Relationships>
</file>

<file path=ppt/slides/_rels/slide1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941013d4223424e" /><Relationship Type="http://schemas.openxmlformats.org/officeDocument/2006/relationships/image" Target="/ppt/media/image2.png" Id="R3e12989d5ecd4cb1" /><Relationship Type="http://schemas.openxmlformats.org/officeDocument/2006/relationships/image" Target="/ppt/media/image5.png" Id="R4e91b71b6b5d45bc" /><Relationship Type="http://schemas.openxmlformats.org/officeDocument/2006/relationships/notesSlide" Target="/ppt/notesSlides/notesSlide16.xml" Id="Rcbaf06645e6a4618" /></Relationships>
</file>

<file path=ppt/slides/slide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4" name="Google Shape;54;p13">
            <a:extLst xmlns:a="http://schemas.openxmlformats.org/drawingml/2006/main">
              <a:ext uri="{FF2B5EF4-FFF2-40B4-BE49-F238E27FC236}">
                <a16:creationId xmlns:a16="http://schemas.microsoft.com/office/drawing/2014/main" id="{4DC99E5C-39E6-4A87-9400-4F428F8090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6590" y="2902649"/>
            <a:ext cx="8760047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t">
            <a:noAutofit/>
          </a:bodyPr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sz="2100">
                <a:latin typeface="Google Sans Flex SemiBold"/>
                <a:ea typeface="Google Sans Flex SemiBold"/>
                <a:cs typeface="Google Sans Flex SemiBold"/>
              </a:rPr>
              <a:t>Team Details</a:t>
            </a:r>
            <a:endParaRPr sz="2100">
              <a:latin typeface="Google Sans Flex SemiBold"/>
              <a:ea typeface="Google Sans Flex SemiBold"/>
              <a:cs typeface="Google Sans Flex SemiBold"/>
            </a:endParaRPr>
          </a:p>
        </p:txBody>
      </p:sp>
      <p:pic>
        <p:nvPicPr>
          <p:cNvPr id="61" name="Google Shape;55;p13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ef72ea5647244d7">
            <a:alphaModFix/>
          </a:blip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-3"/>
            <a:ext cx="9144000" cy="2715526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  <p:pic>
        <p:nvPicPr>
          <p:cNvPr id="62" name="Google Shape;56;p13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f599dba51daa4875">
            <a:alphaModFix/>
          </a:blip>
          <a:srcRect xmlns:a="http://schemas.openxmlformats.org/drawingml/2006/main" l="0" t="0" r="0" b="98001"/>
          <a:stretch xmlns:a="http://schemas.openxmlformats.org/drawingml/2006/main"/>
        </p:blipFill>
        <p:spPr>
          <a:xfrm xmlns:a="http://schemas.openxmlformats.org/drawingml/2006/main">
            <a:off x="0" y="5093562"/>
            <a:ext cx="9144000" cy="54275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  <p:sp>
        <p:nvSpPr>
          <p:cNvPr id="57" name="">
            <a:extLst xmlns:a="http://schemas.openxmlformats.org/drawingml/2006/main">
              <a:ext uri="{FF2B5EF4-FFF2-40B4-BE49-F238E27FC236}">
                <a16:creationId xmlns:a16="http://schemas.microsoft.com/office/drawing/2014/main" id="{43D0B2E9-37DF-4C84-A38B-136A8EE428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1950" y="3381375"/>
            <a:ext cx="8382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650" b="0">
                <a:solidFill>
                  <a:srgbClr val="26211E"/>
                </a:solidFill>
                <a:latin typeface="Google Sans Flex"/>
                <a:ea typeface="Google Sans Flex"/>
                <a:cs typeface="Google Sans Flex"/>
              </a:defRPr>
            </a:pPr>
            <a:r>
              <a:rPr sz="1650" b="0">
                <a:solidFill>
                  <a:srgbClr val="26211E"/>
                </a:solidFill>
                <a:latin typeface="Google Sans Flex"/>
                <a:ea typeface="Google Sans Flex"/>
                <a:cs typeface="Google Sans Flex"/>
              </a:rPr>
              <a:t>Team name: Model Citizens  |  Project: Irene</a:t>
            </a:r>
          </a:p>
        </p:txBody>
      </p:sp>
      <p:sp>
        <p:nvSpPr>
          <p:cNvPr id="58" name="">
            <a:extLst xmlns:a="http://schemas.openxmlformats.org/drawingml/2006/main">
              <a:ext uri="{FF2B5EF4-FFF2-40B4-BE49-F238E27FC236}">
                <a16:creationId xmlns:a16="http://schemas.microsoft.com/office/drawing/2014/main" id="{ECE9030F-E86D-4E3F-9285-B97D567EFE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1950" y="3752850"/>
            <a:ext cx="8382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650" b="0">
                <a:solidFill>
                  <a:srgbClr val="26211E"/>
                </a:solidFill>
                <a:latin typeface="Google Sans Flex"/>
                <a:ea typeface="Google Sans Flex"/>
                <a:cs typeface="Google Sans Flex"/>
              </a:defRPr>
            </a:pPr>
            <a:r>
              <a:rPr sz="1650" b="0">
                <a:solidFill>
                  <a:srgbClr val="26211E"/>
                </a:solidFill>
                <a:latin typeface="Google Sans Flex"/>
                <a:ea typeface="Google Sans Flex"/>
                <a:cs typeface="Google Sans Flex"/>
              </a:rPr>
              <a:t>Team leader name: Debadrita Dutta</a:t>
            </a:r>
          </a:p>
        </p:txBody>
      </p:sp>
      <p:sp>
        <p:nvSpPr>
          <p:cNvPr id="59" name="">
            <a:extLst xmlns:a="http://schemas.openxmlformats.org/drawingml/2006/main">
              <a:ext uri="{FF2B5EF4-FFF2-40B4-BE49-F238E27FC236}">
                <a16:creationId xmlns:a16="http://schemas.microsoft.com/office/drawing/2014/main" id="{FA257850-E044-4C45-87A9-6343700294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1950" y="4143375"/>
            <a:ext cx="8382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575" b="0">
                <a:solidFill>
                  <a:srgbClr val="26211E"/>
                </a:solidFill>
                <a:latin typeface="Google Sans Flex"/>
                <a:ea typeface="Google Sans Flex"/>
                <a:cs typeface="Google Sans Flex"/>
              </a:defRPr>
            </a:pPr>
            <a:r>
              <a:rPr sz="1575" b="0">
                <a:solidFill>
                  <a:srgbClr val="26211E"/>
                </a:solidFill>
                <a:latin typeface="Google Sans Flex"/>
                <a:ea typeface="Google Sans Flex"/>
                <a:cs typeface="Google Sans Flex"/>
              </a:rPr>
              <a:t>Problem Statement: Make therapist-led group support more affordable,</a:t>
            </a:r>
          </a:p>
          <a:p xmlns:a="http://schemas.openxmlformats.org/drawingml/2006/main">
            <a:pPr>
              <a:defRPr sz="1575" b="0">
                <a:solidFill>
                  <a:srgbClr val="26211E"/>
                </a:solidFill>
                <a:latin typeface="Google Sans Flex"/>
                <a:ea typeface="Google Sans Flex"/>
                <a:cs typeface="Google Sans Flex"/>
              </a:defRPr>
            </a:pPr>
            <a:r>
              <a:rPr sz="1575" b="0">
                <a:solidFill>
                  <a:srgbClr val="26211E"/>
                </a:solidFill>
                <a:latin typeface="Google Sans Flex"/>
                <a:ea typeface="Google Sans Flex"/>
                <a:cs typeface="Google Sans Flex"/>
              </a:rPr>
              <a:t>with a private first step for people who find it hard to ask for help.</a:t>
            </a:r>
          </a:p>
        </p:txBody>
      </p:sp>
    </p:spTree>
    <p:extLst>
      <p:ext uri="{BB962C8B-B14F-4D97-AF65-F5344CB8AC3E}">
        <p14:creationId xmlns:p14="http://schemas.microsoft.com/office/powerpoint/2010/main" val="325652219"/>
      </p:ext>
    </p:extLst>
  </p:cSld>
</p:sld>
</file>

<file path=ppt/slides/slide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66" name="Google Shape;61;p14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11f4a562c4004cfb">
            <a:alphaModFix/>
          </a:blip>
          <a:srcRect xmlns:a="http://schemas.openxmlformats.org/drawingml/2006/main" l="0" t="0" r="0" b="98001"/>
          <a:stretch xmlns:a="http://schemas.openxmlformats.org/drawingml/2006/main"/>
        </p:blipFill>
        <p:spPr>
          <a:xfrm xmlns:a="http://schemas.openxmlformats.org/drawingml/2006/main">
            <a:off x="0" y="5093562"/>
            <a:ext cx="9144000" cy="54275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  <p:sp>
        <p:nvSpPr>
          <p:cNvPr id="62" name="Google Shape;62;p14">
            <a:extLst xmlns:a="http://schemas.openxmlformats.org/drawingml/2006/main">
              <a:ext uri="{FF2B5EF4-FFF2-40B4-BE49-F238E27FC236}">
                <a16:creationId xmlns:a16="http://schemas.microsoft.com/office/drawing/2014/main" id="{D157B527-DD6B-47E2-AA6E-6FAD386FD2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9144000" cy="5143500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dk1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lv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3" name="Google Shape;63;p14">
            <a:extLst xmlns:a="http://schemas.openxmlformats.org/drawingml/2006/main">
              <a:ext uri="{FF2B5EF4-FFF2-40B4-BE49-F238E27FC236}">
                <a16:creationId xmlns:a16="http://schemas.microsoft.com/office/drawing/2014/main" id="{B0FC6282-BFF4-4F8A-9C08-E95B534EC6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92475" y="1968750"/>
            <a:ext cx="3311400" cy="1206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t">
            <a:noAutofit/>
          </a:bodyPr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>
                <a:solidFill>
                  <a:schemeClr val="lt1"/>
                </a:solidFill>
                <a:latin typeface="Google Sans Flex Medium"/>
                <a:ea typeface="Google Sans Flex Medium"/>
                <a:cs typeface="Google Sans Flex Medium"/>
              </a:rPr>
              <a:t>Note:</a:t>
            </a:r>
            <a:r>
              <a:rPr sz="1100">
                <a:solidFill>
                  <a:schemeClr val="lt1"/>
                </a:solidFill>
                <a:latin typeface="Google Sans Flex"/>
                <a:ea typeface="Google Sans Flex"/>
                <a:cs typeface="Google Sans Flex"/>
              </a:rPr>
              <a:t> Please download this template to make your edits and submit the final version.</a:t>
            </a:r>
            <a:br>
              <a:rPr sz="1100">
                <a:solidFill>
                  <a:schemeClr val="lt1"/>
                </a:solidFill>
                <a:latin typeface="Google Sans Flex"/>
                <a:ea typeface="Google Sans Flex"/>
                <a:cs typeface="Google Sans Flex"/>
              </a:rPr>
            </a:br>
            <a:br>
              <a:rPr sz="1100">
                <a:solidFill>
                  <a:schemeClr val="lt1"/>
                </a:solidFill>
                <a:latin typeface="Google Sans Flex"/>
                <a:ea typeface="Google Sans Flex"/>
                <a:cs typeface="Google Sans Flex"/>
              </a:rPr>
            </a:br>
            <a:r>
              <a:rPr sz="1100">
                <a:solidFill>
                  <a:schemeClr val="lt1"/>
                </a:solidFill>
                <a:latin typeface="Google Sans Flex"/>
                <a:ea typeface="Google Sans Flex"/>
                <a:cs typeface="Google Sans Flex"/>
              </a:rPr>
              <a:t>To download, go to File &gt; Download &gt; Microsoft PowerPoint (.PPTX). Kindly refrain from sending edit requests.</a:t>
            </a:r>
            <a:endParaRPr sz="1100">
              <a:solidFill>
                <a:schemeClr val="lt1"/>
              </a:solidFill>
              <a:latin typeface="Google Sans Flex"/>
              <a:ea typeface="Google Sans Flex"/>
              <a:cs typeface="Google Sans Flex"/>
            </a:endParaRPr>
          </a:p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100">
              <a:solidFill>
                <a:schemeClr val="lt1"/>
              </a:solidFill>
              <a:latin typeface="Google Sans Flex"/>
              <a:ea typeface="Google Sans Flex"/>
              <a:cs typeface="Google Sans Flex"/>
            </a:endParaRPr>
          </a:p>
        </p:txBody>
      </p:sp>
      <p:pic>
        <p:nvPicPr>
          <p:cNvPr id="69" name="Google Shape;64;p14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1a9e66847c94f4e">
            <a:alphaModFix/>
          </a:blip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924203" y="1194675"/>
            <a:ext cx="3604250" cy="2621725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  <a:effectLst xmlns:a="http://schemas.openxmlformats.org/drawingml/2006/main">
            <a:outerShdw blurRad="971550" dist="19050" dir="5400000" algn="bl" rotWithShape="0">
              <a:schemeClr val="lt1">
                <a:alpha val="50000"/>
              </a:schemeClr>
            </a:outerShdw>
          </a:effectLst>
        </p:spPr>
      </p:pic>
    </p:spTree>
    <p:extLst>
      <p:ext uri="{BB962C8B-B14F-4D97-AF65-F5344CB8AC3E}">
        <p14:creationId xmlns:p14="http://schemas.microsoft.com/office/powerpoint/2010/main" val="1727501649"/>
      </p:ext>
    </p:extLst>
  </p:cSld>
</p:sld>
</file>

<file path=ppt/slides/slide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0" name="Google Shape;69;p15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aa18ca2fb1e4ff1">
            <a:alphaModFix/>
          </a:blip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1"/>
            <a:ext cx="9144000" cy="507359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  <p:sp>
        <p:nvSpPr>
          <p:cNvPr id="70" name="Google Shape;70;p15">
            <a:extLst xmlns:a="http://schemas.openxmlformats.org/drawingml/2006/main">
              <a:ext uri="{FF2B5EF4-FFF2-40B4-BE49-F238E27FC236}">
                <a16:creationId xmlns:a16="http://schemas.microsoft.com/office/drawing/2014/main" id="{D2DCD4EC-20D8-4169-BD01-AB672536E7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-29250" y="5071875"/>
            <a:ext cx="9173400" cy="97800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dk1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lv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1" name="Google Shape;71;p15">
            <a:extLst xmlns:a="http://schemas.openxmlformats.org/drawingml/2006/main">
              <a:ext uri="{FF2B5EF4-FFF2-40B4-BE49-F238E27FC236}">
                <a16:creationId xmlns:a16="http://schemas.microsoft.com/office/drawing/2014/main" id="{80D6FC02-9BFB-49AE-B10B-EDA579692F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5350" y="663825"/>
            <a:ext cx="8943000" cy="561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t">
            <a:noAutofit/>
          </a:bodyPr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sz="1600">
                <a:latin typeface="Google Sans Flex Medium"/>
                <a:ea typeface="Google Sans Flex Medium"/>
                <a:cs typeface="Google Sans Flex Medium"/>
              </a:rPr>
              <a:t>Brief about the idea</a:t>
            </a:r>
            <a:endParaRPr sz="1600">
              <a:latin typeface="Google Sans Flex Medium"/>
              <a:ea typeface="Google Sans Flex Medium"/>
              <a:cs typeface="Google Sans Flex Medium"/>
            </a:endParaRPr>
          </a:p>
        </p:txBody>
      </p:sp>
      <p:sp>
        <p:nvSpPr>
          <p:cNvPr id="73" name="">
            <a:extLst xmlns:a="http://schemas.openxmlformats.org/drawingml/2006/main">
              <a:ext uri="{FF2B5EF4-FFF2-40B4-BE49-F238E27FC236}">
                <a16:creationId xmlns:a16="http://schemas.microsoft.com/office/drawing/2014/main" id="{42E399E6-8C5A-447A-B61F-2AB0405908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1950" y="4857750"/>
            <a:ext cx="7429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825" b="0">
                <a:solidFill>
                  <a:srgbClr val="665D57"/>
                </a:solidFill>
                <a:latin typeface="Google Sans Flex"/>
                <a:ea typeface="Google Sans Flex"/>
                <a:cs typeface="Google Sans Flex"/>
              </a:defRPr>
            </a:pPr>
            <a:r>
              <a:rPr sz="825" b="0">
                <a:solidFill>
                  <a:srgbClr val="665D57"/>
                </a:solidFill>
                <a:latin typeface="Google Sans Flex"/>
                <a:ea typeface="Google Sans Flex"/>
                <a:cs typeface="Google Sans Flex"/>
              </a:rPr>
              <a:t>MODEL CITIZENS  /  PROJECT IRENE</a:t>
            </a:r>
          </a:p>
        </p:txBody>
      </p:sp>
      <p:sp>
        <p:nvSpPr>
          <p:cNvPr id="74" name="">
            <a:extLst xmlns:a="http://schemas.openxmlformats.org/drawingml/2006/main">
              <a:ext uri="{FF2B5EF4-FFF2-40B4-BE49-F238E27FC236}">
                <a16:creationId xmlns:a16="http://schemas.microsoft.com/office/drawing/2014/main" id="{0990BA18-49AD-4908-BCBC-CE4FAEC6F6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96300" y="4857750"/>
            <a:ext cx="285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825" b="0">
                <a:solidFill>
                  <a:srgbClr val="665D57"/>
                </a:solidFill>
                <a:latin typeface="Google Sans Flex"/>
                <a:ea typeface="Google Sans Flex"/>
                <a:cs typeface="Google Sans Flex"/>
              </a:defRPr>
            </a:pPr>
            <a:r>
              <a:rPr sz="825" b="0">
                <a:solidFill>
                  <a:srgbClr val="665D57"/>
                </a:solidFill>
                <a:latin typeface="Google Sans Flex"/>
                <a:ea typeface="Google Sans Flex"/>
                <a:cs typeface="Google Sans Flex"/>
              </a:rPr>
              <a:t>03</a:t>
            </a:r>
          </a:p>
        </p:txBody>
      </p:sp>
      <p:sp>
        <p:nvSpPr>
          <p:cNvPr id="75" name="">
            <a:extLst xmlns:a="http://schemas.openxmlformats.org/drawingml/2006/main">
              <a:ext uri="{FF2B5EF4-FFF2-40B4-BE49-F238E27FC236}">
                <a16:creationId xmlns:a16="http://schemas.microsoft.com/office/drawing/2014/main" id="{7E4A2C4F-BA84-40CC-B7FB-A1C123AA4B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1950" y="1314450"/>
            <a:ext cx="8191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725" b="1">
                <a:solidFill>
                  <a:srgbClr val="A9422A"/>
                </a:solidFill>
                <a:latin typeface="Google Sans Flex"/>
                <a:ea typeface="Google Sans Flex"/>
                <a:cs typeface="Google Sans Flex"/>
              </a:defRPr>
            </a:pPr>
            <a:r>
              <a:rPr sz="1725" b="1">
                <a:solidFill>
                  <a:srgbClr val="A9422A"/>
                </a:solidFill>
                <a:latin typeface="Google Sans Flex"/>
                <a:ea typeface="Google Sans Flex"/>
                <a:cs typeface="Google Sans Flex"/>
              </a:rPr>
              <a:t>It began with a very personal hesitation.</a:t>
            </a:r>
          </a:p>
        </p:txBody>
      </p:sp>
      <p:sp>
        <p:nvSpPr>
          <p:cNvPr id="76" name="">
            <a:extLst xmlns:a="http://schemas.openxmlformats.org/drawingml/2006/main">
              <a:ext uri="{FF2B5EF4-FFF2-40B4-BE49-F238E27FC236}">
                <a16:creationId xmlns:a16="http://schemas.microsoft.com/office/drawing/2014/main" id="{1B710133-DDBD-4B8F-89FA-95752EABD3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1950" y="1790700"/>
            <a:ext cx="81915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025" b="0">
                <a:solidFill>
                  <a:srgbClr val="26211E"/>
                </a:solidFill>
                <a:latin typeface="Google Sans Flex"/>
                <a:ea typeface="Google Sans Flex"/>
                <a:cs typeface="Google Sans Flex"/>
              </a:defRPr>
            </a:pPr>
            <a:r>
              <a:rPr sz="2025" b="0">
                <a:solidFill>
                  <a:srgbClr val="26211E"/>
                </a:solidFill>
                <a:latin typeface="Google Sans Flex"/>
                <a:ea typeface="Google Sans Flex"/>
                <a:cs typeface="Google Sans Flex"/>
              </a:rPr>
              <a:t>In college, I needed therapy. It was expensive.</a:t>
            </a:r>
          </a:p>
          <a:p xmlns:a="http://schemas.openxmlformats.org/drawingml/2006/main">
            <a:pPr>
              <a:defRPr sz="2025" b="0">
                <a:solidFill>
                  <a:srgbClr val="26211E"/>
                </a:solidFill>
                <a:latin typeface="Google Sans Flex"/>
                <a:ea typeface="Google Sans Flex"/>
                <a:cs typeface="Google Sans Flex"/>
              </a:defRPr>
            </a:pPr>
            <a:r>
              <a:rPr sz="2025" b="0">
                <a:solidFill>
                  <a:srgbClr val="26211E"/>
                </a:solidFill>
                <a:latin typeface="Google Sans Flex"/>
                <a:ea typeface="Google Sans Flex"/>
                <a:cs typeface="Google Sans Flex"/>
              </a:rPr>
              <a:t>I did not want to tell my parents because I knew they would worry.</a:t>
            </a:r>
          </a:p>
        </p:txBody>
      </p:sp>
      <p:sp>
        <p:nvSpPr>
          <p:cNvPr id="77" name="">
            <a:extLst xmlns:a="http://schemas.openxmlformats.org/drawingml/2006/main">
              <a:ext uri="{FF2B5EF4-FFF2-40B4-BE49-F238E27FC236}">
                <a16:creationId xmlns:a16="http://schemas.microsoft.com/office/drawing/2014/main" id="{A0695601-7345-4460-9890-5D49A65A6D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1950" y="2724150"/>
            <a:ext cx="8191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00" b="0">
                <a:solidFill>
                  <a:srgbClr val="665D57"/>
                </a:solidFill>
                <a:latin typeface="Google Sans Flex"/>
                <a:ea typeface="Google Sans Flex"/>
                <a:cs typeface="Google Sans Flex"/>
              </a:defRPr>
            </a:pPr>
            <a:r>
              <a:rPr sz="900" b="0">
                <a:solidFill>
                  <a:srgbClr val="665D57"/>
                </a:solidFill>
                <a:latin typeface="Google Sans Flex"/>
                <a:ea typeface="Google Sans Flex"/>
                <a:cs typeface="Google Sans Flex"/>
              </a:rPr>
              <a:t>FOUNDER EXPERIENCE · DEBADRITA DUTTA</a:t>
            </a:r>
          </a:p>
        </p:txBody>
      </p:sp>
      <p:sp>
        <p:nvSpPr>
          <p:cNvPr id="78" name="">
            <a:extLst xmlns:a="http://schemas.openxmlformats.org/drawingml/2006/main">
              <a:ext uri="{FF2B5EF4-FFF2-40B4-BE49-F238E27FC236}">
                <a16:creationId xmlns:a16="http://schemas.microsoft.com/office/drawing/2014/main" id="{03DA9020-7C49-4ED0-85F9-7E855D8CF2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1950" y="3181350"/>
            <a:ext cx="8191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725" b="1">
                <a:solidFill>
                  <a:srgbClr val="A9422A"/>
                </a:solidFill>
                <a:latin typeface="Google Sans Flex"/>
                <a:ea typeface="Google Sans Flex"/>
                <a:cs typeface="Google Sans Flex"/>
              </a:defRPr>
            </a:pPr>
            <a:r>
              <a:rPr sz="1725" b="1">
                <a:solidFill>
                  <a:srgbClr val="A9422A"/>
                </a:solidFill>
                <a:latin typeface="Google Sans Flex"/>
                <a:ea typeface="Google Sans Flex"/>
                <a:cs typeface="Google Sans Flex"/>
              </a:rPr>
              <a:t>What if the cost could be shared, without having to begin in public?</a:t>
            </a:r>
          </a:p>
        </p:txBody>
      </p:sp>
      <p:sp>
        <p:nvSpPr>
          <p:cNvPr id="79" name="">
            <a:extLst xmlns:a="http://schemas.openxmlformats.org/drawingml/2006/main">
              <a:ext uri="{FF2B5EF4-FFF2-40B4-BE49-F238E27FC236}">
                <a16:creationId xmlns:a16="http://schemas.microsoft.com/office/drawing/2014/main" id="{FD20D6C4-AF70-49A7-B962-1D7FE1B2B6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1950" y="3619500"/>
            <a:ext cx="8420100" cy="8858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26211E"/>
                </a:solidFill>
                <a:latin typeface="Google Sans Flex"/>
                <a:ea typeface="Google Sans Flex"/>
                <a:cs typeface="Google Sans Flex"/>
              </a:defRPr>
            </a:pPr>
            <a:r>
              <a:rPr sz="1500" b="0">
                <a:solidFill>
                  <a:srgbClr val="26211E"/>
                </a:solidFill>
                <a:latin typeface="Google Sans Flex"/>
                <a:ea typeface="Google Sans Flex"/>
                <a:cs typeface="Google Sans Flex"/>
              </a:rPr>
              <a:t>Irene is a working platform for private intake and therapist-led groups. With consent,</a:t>
            </a:r>
          </a:p>
          <a:p xmlns:a="http://schemas.openxmlformats.org/drawingml/2006/main">
            <a:pPr>
              <a:defRPr sz="1500" b="0">
                <a:solidFill>
                  <a:srgbClr val="26211E"/>
                </a:solidFill>
                <a:latin typeface="Google Sans Flex"/>
                <a:ea typeface="Google Sans Flex"/>
                <a:cs typeface="Google Sans Flex"/>
              </a:defRPr>
            </a:pPr>
            <a:r>
              <a:rPr sz="1500" b="0">
                <a:solidFill>
                  <a:srgbClr val="26211E"/>
                </a:solidFill>
                <a:latin typeface="Google Sans Flex"/>
                <a:ea typeface="Google Sans Flex"/>
                <a:cs typeface="Google Sans Flex"/>
              </a:rPr>
              <a:t>Gemini helps organize a person’s story; the person confirms it, a professional reviews it,</a:t>
            </a:r>
          </a:p>
          <a:p xmlns:a="http://schemas.openxmlformats.org/drawingml/2006/main">
            <a:pPr>
              <a:defRPr sz="1500" b="0">
                <a:solidFill>
                  <a:srgbClr val="26211E"/>
                </a:solidFill>
                <a:latin typeface="Google Sans Flex"/>
                <a:ea typeface="Google Sans Flex"/>
                <a:cs typeface="Google Sans Flex"/>
              </a:defRPr>
            </a:pPr>
            <a:r>
              <a:rPr sz="1500" b="0">
                <a:solidFill>
                  <a:srgbClr val="26211E"/>
                </a:solidFill>
                <a:latin typeface="Google Sans Flex"/>
                <a:ea typeface="Google Sans Flex"/>
                <a:cs typeface="Google Sans Flex"/>
              </a:rPr>
              <a:t>and compatible participants can choose a group with an upfront shared session fee.</a:t>
            </a:r>
          </a:p>
        </p:txBody>
      </p:sp>
    </p:spTree>
    <p:extLst>
      <p:ext uri="{BB962C8B-B14F-4D97-AF65-F5344CB8AC3E}">
        <p14:creationId xmlns:p14="http://schemas.microsoft.com/office/powerpoint/2010/main" val="225447409"/>
      </p:ext>
    </p:extLst>
  </p:cSld>
</p:sld>
</file>

<file path=ppt/slides/slide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90" name="Google Shape;76;p16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33d18bd7d57e425c">
            <a:alphaModFix/>
          </a:blip>
          <a:srcRect xmlns:a="http://schemas.openxmlformats.org/drawingml/2006/main" l="0" t="0" r="0" b="98001"/>
          <a:stretch xmlns:a="http://schemas.openxmlformats.org/drawingml/2006/main"/>
        </p:blipFill>
        <p:spPr>
          <a:xfrm xmlns:a="http://schemas.openxmlformats.org/drawingml/2006/main">
            <a:off x="0" y="5093562"/>
            <a:ext cx="9144000" cy="54275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  <p:pic>
        <p:nvPicPr>
          <p:cNvPr id="91" name="Google Shape;77;p16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b44a68883ee4ee3">
            <a:alphaModFix/>
          </a:blip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1"/>
            <a:ext cx="9144000" cy="507359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  <p:sp>
        <p:nvSpPr>
          <p:cNvPr id="78" name="Google Shape;78;p16">
            <a:extLst xmlns:a="http://schemas.openxmlformats.org/drawingml/2006/main">
              <a:ext uri="{FF2B5EF4-FFF2-40B4-BE49-F238E27FC236}">
                <a16:creationId xmlns:a16="http://schemas.microsoft.com/office/drawing/2014/main" id="{D7F2F6C4-39C1-418C-B45B-5884D86D8E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-29250" y="5071875"/>
            <a:ext cx="9173400" cy="97800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dk1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lv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9" name="Google Shape;79;p16">
            <a:extLst xmlns:a="http://schemas.openxmlformats.org/drawingml/2006/main">
              <a:ext uri="{FF2B5EF4-FFF2-40B4-BE49-F238E27FC236}">
                <a16:creationId xmlns:a16="http://schemas.microsoft.com/office/drawing/2014/main" id="{69AB7D52-CB0A-4785-896B-A3DFDA0B7C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5367" y="663797"/>
            <a:ext cx="8943023" cy="561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t">
            <a:noAutofit/>
          </a:bodyPr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sz="1600">
                <a:latin typeface="Google Sans Flex SemiBold"/>
                <a:ea typeface="Google Sans Flex SemiBold"/>
                <a:cs typeface="Google Sans Flex SemiBold"/>
              </a:rPr>
              <a:t>Opportunities</a:t>
            </a:r>
            <a:endParaRPr sz="1600">
              <a:latin typeface="Google Sans Flex SemiBold"/>
              <a:ea typeface="Google Sans Flex SemiBold"/>
              <a:cs typeface="Google Sans Flex SemiBold"/>
            </a:endParaRPr>
          </a:p>
        </p:txBody>
      </p:sp>
      <p:sp>
        <p:nvSpPr>
          <p:cNvPr id="82" name="">
            <a:extLst xmlns:a="http://schemas.openxmlformats.org/drawingml/2006/main">
              <a:ext uri="{FF2B5EF4-FFF2-40B4-BE49-F238E27FC236}">
                <a16:creationId xmlns:a16="http://schemas.microsoft.com/office/drawing/2014/main" id="{F7E97993-4B27-4488-8D95-D946688659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1950" y="4857750"/>
            <a:ext cx="7429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825" b="0">
                <a:solidFill>
                  <a:srgbClr val="665D57"/>
                </a:solidFill>
                <a:latin typeface="Google Sans Flex"/>
                <a:ea typeface="Google Sans Flex"/>
                <a:cs typeface="Google Sans Flex"/>
              </a:defRPr>
            </a:pPr>
            <a:r>
              <a:rPr sz="825" b="0">
                <a:solidFill>
                  <a:srgbClr val="665D57"/>
                </a:solidFill>
                <a:latin typeface="Google Sans Flex"/>
                <a:ea typeface="Google Sans Flex"/>
                <a:cs typeface="Google Sans Flex"/>
              </a:rPr>
              <a:t>MODEL CITIZENS  /  PROJECT IRENE</a:t>
            </a:r>
          </a:p>
        </p:txBody>
      </p:sp>
      <p:sp>
        <p:nvSpPr>
          <p:cNvPr id="83" name="">
            <a:extLst xmlns:a="http://schemas.openxmlformats.org/drawingml/2006/main">
              <a:ext uri="{FF2B5EF4-FFF2-40B4-BE49-F238E27FC236}">
                <a16:creationId xmlns:a16="http://schemas.microsoft.com/office/drawing/2014/main" id="{FA5D01CE-AE1B-427B-A4D8-F8F2E76DD1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96300" y="4857750"/>
            <a:ext cx="285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825" b="0">
                <a:solidFill>
                  <a:srgbClr val="665D57"/>
                </a:solidFill>
                <a:latin typeface="Google Sans Flex"/>
                <a:ea typeface="Google Sans Flex"/>
                <a:cs typeface="Google Sans Flex"/>
              </a:defRPr>
            </a:pPr>
            <a:r>
              <a:rPr sz="825" b="0">
                <a:solidFill>
                  <a:srgbClr val="665D57"/>
                </a:solidFill>
                <a:latin typeface="Google Sans Flex"/>
                <a:ea typeface="Google Sans Flex"/>
                <a:cs typeface="Google Sans Flex"/>
              </a:rPr>
              <a:t>04</a:t>
            </a:r>
          </a:p>
        </p:txBody>
      </p:sp>
      <p:sp>
        <p:nvSpPr>
          <p:cNvPr id="84" name="">
            <a:extLst xmlns:a="http://schemas.openxmlformats.org/drawingml/2006/main">
              <a:ext uri="{FF2B5EF4-FFF2-40B4-BE49-F238E27FC236}">
                <a16:creationId xmlns:a16="http://schemas.microsoft.com/office/drawing/2014/main" id="{550325B2-31BD-4F41-91B1-69A4549A10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1950" y="1323975"/>
            <a:ext cx="84201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500" b="1">
                <a:solidFill>
                  <a:srgbClr val="A9422A"/>
                </a:solidFill>
                <a:latin typeface="Google Sans Flex"/>
                <a:ea typeface="Google Sans Flex"/>
                <a:cs typeface="Google Sans Flex"/>
              </a:defRPr>
            </a:pPr>
            <a:r>
              <a:rPr sz="1500" b="1">
                <a:solidFill>
                  <a:srgbClr val="A9422A"/>
                </a:solidFill>
                <a:latin typeface="Google Sans Flex"/>
                <a:ea typeface="Google Sans Flex"/>
                <a:cs typeface="Google Sans Flex"/>
              </a:rPr>
              <a:t>How is the idea different?</a:t>
            </a:r>
          </a:p>
        </p:txBody>
      </p:sp>
      <p:sp>
        <p:nvSpPr>
          <p:cNvPr id="85" name="">
            <a:extLst xmlns:a="http://schemas.openxmlformats.org/drawingml/2006/main">
              <a:ext uri="{FF2B5EF4-FFF2-40B4-BE49-F238E27FC236}">
                <a16:creationId xmlns:a16="http://schemas.microsoft.com/office/drawing/2014/main" id="{2DDB3936-CA78-4628-96C4-CB37FE2CE5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1950" y="1666875"/>
            <a:ext cx="84201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26211E"/>
                </a:solidFill>
                <a:latin typeface="Google Sans Flex"/>
                <a:ea typeface="Google Sans Flex"/>
                <a:cs typeface="Google Sans Flex"/>
              </a:defRPr>
            </a:pPr>
            <a:r>
              <a:rPr sz="1350" b="0">
                <a:solidFill>
                  <a:srgbClr val="26211E"/>
                </a:solidFill>
                <a:latin typeface="Google Sans Flex"/>
                <a:ea typeface="Google Sans Flex"/>
                <a:cs typeface="Google Sans Flex"/>
              </a:rPr>
              <a:t>A private-to-group journey combines participant-confirmed AI summaries,</a:t>
            </a:r>
          </a:p>
          <a:p xmlns:a="http://schemas.openxmlformats.org/drawingml/2006/main">
            <a:pPr>
              <a:defRPr sz="1350" b="0">
                <a:solidFill>
                  <a:srgbClr val="26211E"/>
                </a:solidFill>
                <a:latin typeface="Google Sans Flex"/>
                <a:ea typeface="Google Sans Flex"/>
                <a:cs typeface="Google Sans Flex"/>
              </a:defRPr>
            </a:pPr>
            <a:r>
              <a:rPr sz="1350" b="0">
                <a:solidFill>
                  <a:srgbClr val="26211E"/>
                </a:solidFill>
                <a:latin typeface="Google Sans Flex"/>
                <a:ea typeface="Google Sans Flex"/>
                <a:cs typeface="Google Sans Flex"/>
              </a:rPr>
              <a:t>practical matching, professional decisions and a visible shared fee.</a:t>
            </a:r>
          </a:p>
        </p:txBody>
      </p:sp>
      <p:sp>
        <p:nvSpPr>
          <p:cNvPr id="86" name="">
            <a:extLst xmlns:a="http://schemas.openxmlformats.org/drawingml/2006/main">
              <a:ext uri="{FF2B5EF4-FFF2-40B4-BE49-F238E27FC236}">
                <a16:creationId xmlns:a16="http://schemas.microsoft.com/office/drawing/2014/main" id="{BB99CB79-E206-4E2A-9AB4-2377E62AA3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1950" y="2447925"/>
            <a:ext cx="84201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500" b="1">
                <a:solidFill>
                  <a:srgbClr val="A9422A"/>
                </a:solidFill>
                <a:latin typeface="Google Sans Flex"/>
                <a:ea typeface="Google Sans Flex"/>
                <a:cs typeface="Google Sans Flex"/>
              </a:defRPr>
            </a:pPr>
            <a:r>
              <a:rPr sz="1500" b="1">
                <a:solidFill>
                  <a:srgbClr val="A9422A"/>
                </a:solidFill>
                <a:latin typeface="Google Sans Flex"/>
                <a:ea typeface="Google Sans Flex"/>
                <a:cs typeface="Google Sans Flex"/>
              </a:rPr>
              <a:t>How does it address the problem?</a:t>
            </a:r>
          </a:p>
        </p:txBody>
      </p:sp>
      <p:sp>
        <p:nvSpPr>
          <p:cNvPr id="87" name="">
            <a:extLst xmlns:a="http://schemas.openxmlformats.org/drawingml/2006/main">
              <a:ext uri="{FF2B5EF4-FFF2-40B4-BE49-F238E27FC236}">
                <a16:creationId xmlns:a16="http://schemas.microsoft.com/office/drawing/2014/main" id="{2DF4AD66-57BF-409B-AB5C-E7DEE9EE63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1950" y="2790825"/>
            <a:ext cx="84201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26211E"/>
                </a:solidFill>
                <a:latin typeface="Google Sans Flex"/>
                <a:ea typeface="Google Sans Flex"/>
                <a:cs typeface="Google Sans Flex"/>
              </a:defRPr>
            </a:pPr>
            <a:r>
              <a:rPr sz="1350" b="0">
                <a:solidFill>
                  <a:srgbClr val="26211E"/>
                </a:solidFill>
                <a:latin typeface="Google Sans Flex"/>
                <a:ea typeface="Google Sans Flex"/>
                <a:cs typeface="Google Sans Flex"/>
              </a:rPr>
              <a:t>Sharing a session fee can reduce the amount each person pays. Private intake</a:t>
            </a:r>
          </a:p>
          <a:p xmlns:a="http://schemas.openxmlformats.org/drawingml/2006/main">
            <a:pPr>
              <a:defRPr sz="1350" b="0">
                <a:solidFill>
                  <a:srgbClr val="26211E"/>
                </a:solidFill>
                <a:latin typeface="Google Sans Flex"/>
                <a:ea typeface="Google Sans Flex"/>
                <a:cs typeface="Google Sans Flex"/>
              </a:defRPr>
            </a:pPr>
            <a:r>
              <a:rPr sz="1350" b="0">
                <a:solidFill>
                  <a:srgbClr val="26211E"/>
                </a:solidFill>
                <a:latin typeface="Google Sans Flex"/>
                <a:ea typeface="Google Sans Flex"/>
                <a:cs typeface="Google Sans Flex"/>
              </a:rPr>
              <a:t>lets someone explain their needs before deciding what to share in a group.</a:t>
            </a:r>
          </a:p>
        </p:txBody>
      </p:sp>
      <p:sp>
        <p:nvSpPr>
          <p:cNvPr id="88" name="">
            <a:extLst xmlns:a="http://schemas.openxmlformats.org/drawingml/2006/main">
              <a:ext uri="{FF2B5EF4-FFF2-40B4-BE49-F238E27FC236}">
                <a16:creationId xmlns:a16="http://schemas.microsoft.com/office/drawing/2014/main" id="{8C7F13FB-33B5-415F-8AB3-B76AD610E3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1950" y="3571875"/>
            <a:ext cx="84201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500" b="1">
                <a:solidFill>
                  <a:srgbClr val="A9422A"/>
                </a:solidFill>
                <a:latin typeface="Google Sans Flex"/>
                <a:ea typeface="Google Sans Flex"/>
                <a:cs typeface="Google Sans Flex"/>
              </a:defRPr>
            </a:pPr>
            <a:r>
              <a:rPr sz="1500" b="1">
                <a:solidFill>
                  <a:srgbClr val="A9422A"/>
                </a:solidFill>
                <a:latin typeface="Google Sans Flex"/>
                <a:ea typeface="Google Sans Flex"/>
                <a:cs typeface="Google Sans Flex"/>
              </a:rPr>
              <a:t>USP: affordability, agency and human judgment together</a:t>
            </a:r>
          </a:p>
        </p:txBody>
      </p:sp>
      <p:sp>
        <p:nvSpPr>
          <p:cNvPr id="89" name="">
            <a:extLst xmlns:a="http://schemas.openxmlformats.org/drawingml/2006/main">
              <a:ext uri="{FF2B5EF4-FFF2-40B4-BE49-F238E27FC236}">
                <a16:creationId xmlns:a16="http://schemas.microsoft.com/office/drawing/2014/main" id="{F0F8E88E-6CE6-4B74-A850-98BF2AA095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1950" y="3914775"/>
            <a:ext cx="84201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26211E"/>
                </a:solidFill>
                <a:latin typeface="Google Sans Flex"/>
                <a:ea typeface="Google Sans Flex"/>
                <a:cs typeface="Google Sans Flex"/>
              </a:defRPr>
            </a:pPr>
            <a:r>
              <a:rPr sz="1350" b="0">
                <a:solidFill>
                  <a:srgbClr val="26211E"/>
                </a:solidFill>
                <a:latin typeface="Google Sans Flex"/>
                <a:ea typeface="Google Sans Flex"/>
                <a:cs typeface="Google Sans Flex"/>
              </a:rPr>
              <a:t>AI prepares information. A therapist decides suitability. The participant</a:t>
            </a:r>
          </a:p>
          <a:p xmlns:a="http://schemas.openxmlformats.org/drawingml/2006/main">
            <a:pPr>
              <a:defRPr sz="1350" b="0">
                <a:solidFill>
                  <a:srgbClr val="26211E"/>
                </a:solidFill>
                <a:latin typeface="Google Sans Flex"/>
                <a:ea typeface="Google Sans Flex"/>
                <a:cs typeface="Google Sans Flex"/>
              </a:defRPr>
            </a:pPr>
            <a:r>
              <a:rPr sz="1350" b="0">
                <a:solidFill>
                  <a:srgbClr val="26211E"/>
                </a:solidFill>
                <a:latin typeface="Google Sans Flex"/>
                <a:ea typeface="Google Sans Flex"/>
                <a:cs typeface="Google Sans Flex"/>
              </a:rPr>
              <a:t>chooses whether to join. The starting focus is college-age adults.</a:t>
            </a:r>
          </a:p>
        </p:txBody>
      </p:sp>
    </p:spTree>
    <p:extLst>
      <p:ext uri="{BB962C8B-B14F-4D97-AF65-F5344CB8AC3E}">
        <p14:creationId xmlns:p14="http://schemas.microsoft.com/office/powerpoint/2010/main" val="325604593"/>
      </p:ext>
    </p:extLst>
  </p:cSld>
</p:sld>
</file>

<file path=ppt/slides/slide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04" name="Google Shape;84;p17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1cb18f818bbb4fa8">
            <a:alphaModFix/>
          </a:blip>
          <a:srcRect xmlns:a="http://schemas.openxmlformats.org/drawingml/2006/main" l="0" t="0" r="0" b="98001"/>
          <a:stretch xmlns:a="http://schemas.openxmlformats.org/drawingml/2006/main"/>
        </p:blipFill>
        <p:spPr>
          <a:xfrm xmlns:a="http://schemas.openxmlformats.org/drawingml/2006/main">
            <a:off x="0" y="5093562"/>
            <a:ext cx="9144000" cy="54275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  <p:pic>
        <p:nvPicPr>
          <p:cNvPr id="105" name="Google Shape;85;p17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26c328b516241ae">
            <a:alphaModFix/>
          </a:blip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1"/>
            <a:ext cx="9144000" cy="507359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  <p:sp>
        <p:nvSpPr>
          <p:cNvPr id="86" name="Google Shape;86;p17">
            <a:extLst xmlns:a="http://schemas.openxmlformats.org/drawingml/2006/main">
              <a:ext uri="{FF2B5EF4-FFF2-40B4-BE49-F238E27FC236}">
                <a16:creationId xmlns:a16="http://schemas.microsoft.com/office/drawing/2014/main" id="{170CE3A2-42A6-46EC-814E-608AC7902E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-29250" y="5071875"/>
            <a:ext cx="9173400" cy="97800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dk1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lv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7" name="Google Shape;87;p17">
            <a:extLst xmlns:a="http://schemas.openxmlformats.org/drawingml/2006/main">
              <a:ext uri="{FF2B5EF4-FFF2-40B4-BE49-F238E27FC236}">
                <a16:creationId xmlns:a16="http://schemas.microsoft.com/office/drawing/2014/main" id="{ADEFFC55-147F-4E91-9A7B-B4A0AE9AAD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5350" y="663825"/>
            <a:ext cx="8943000" cy="561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t">
            <a:noAutofit/>
          </a:bodyPr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sz="1600">
                <a:latin typeface="Google Sans Flex Medium"/>
                <a:ea typeface="Google Sans Flex Medium"/>
                <a:cs typeface="Google Sans Flex Medium"/>
              </a:rPr>
              <a:t>List of features offered by the solution</a:t>
            </a:r>
            <a:endParaRPr sz="1600">
              <a:latin typeface="Google Sans Flex Medium"/>
              <a:ea typeface="Google Sans Flex Medium"/>
              <a:cs typeface="Google Sans Flex Medium"/>
            </a:endParaRPr>
          </a:p>
        </p:txBody>
      </p:sp>
      <p:sp>
        <p:nvSpPr>
          <p:cNvPr id="90" name="">
            <a:extLst xmlns:a="http://schemas.openxmlformats.org/drawingml/2006/main">
              <a:ext uri="{FF2B5EF4-FFF2-40B4-BE49-F238E27FC236}">
                <a16:creationId xmlns:a16="http://schemas.microsoft.com/office/drawing/2014/main" id="{985A15C6-4045-47B4-BB1D-689F58CE1F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1950" y="4857750"/>
            <a:ext cx="7429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825" b="0">
                <a:solidFill>
                  <a:srgbClr val="665D57"/>
                </a:solidFill>
                <a:latin typeface="Google Sans Flex"/>
                <a:ea typeface="Google Sans Flex"/>
                <a:cs typeface="Google Sans Flex"/>
              </a:defRPr>
            </a:pPr>
            <a:r>
              <a:rPr sz="825" b="0">
                <a:solidFill>
                  <a:srgbClr val="665D57"/>
                </a:solidFill>
                <a:latin typeface="Google Sans Flex"/>
                <a:ea typeface="Google Sans Flex"/>
                <a:cs typeface="Google Sans Flex"/>
              </a:rPr>
              <a:t>MODEL CITIZENS  /  PROJECT IRENE</a:t>
            </a:r>
          </a:p>
        </p:txBody>
      </p:sp>
      <p:sp>
        <p:nvSpPr>
          <p:cNvPr id="91" name="">
            <a:extLst xmlns:a="http://schemas.openxmlformats.org/drawingml/2006/main">
              <a:ext uri="{FF2B5EF4-FFF2-40B4-BE49-F238E27FC236}">
                <a16:creationId xmlns:a16="http://schemas.microsoft.com/office/drawing/2014/main" id="{3278132C-FA35-4756-B051-B6355BCAB6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96300" y="4857750"/>
            <a:ext cx="285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825" b="0">
                <a:solidFill>
                  <a:srgbClr val="665D57"/>
                </a:solidFill>
                <a:latin typeface="Google Sans Flex"/>
                <a:ea typeface="Google Sans Flex"/>
                <a:cs typeface="Google Sans Flex"/>
              </a:defRPr>
            </a:pPr>
            <a:r>
              <a:rPr sz="825" b="0">
                <a:solidFill>
                  <a:srgbClr val="665D57"/>
                </a:solidFill>
                <a:latin typeface="Google Sans Flex"/>
                <a:ea typeface="Google Sans Flex"/>
                <a:cs typeface="Google Sans Flex"/>
              </a:rPr>
              <a:t>05</a:t>
            </a:r>
          </a:p>
        </p:txBody>
      </p:sp>
      <p:sp>
        <p:nvSpPr>
          <p:cNvPr id="92" name="">
            <a:extLst xmlns:a="http://schemas.openxmlformats.org/drawingml/2006/main">
              <a:ext uri="{FF2B5EF4-FFF2-40B4-BE49-F238E27FC236}">
                <a16:creationId xmlns:a16="http://schemas.microsoft.com/office/drawing/2014/main" id="{EB0277C6-0029-4A1A-AF5B-7723ACEF48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1950" y="1362075"/>
            <a:ext cx="4000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500" b="1">
                <a:solidFill>
                  <a:srgbClr val="A9422A"/>
                </a:solidFill>
                <a:latin typeface="Google Sans Flex"/>
                <a:ea typeface="Google Sans Flex"/>
                <a:cs typeface="Google Sans Flex"/>
              </a:defRPr>
            </a:pPr>
            <a:r>
              <a:rPr sz="1500" b="1">
                <a:solidFill>
                  <a:srgbClr val="A9422A"/>
                </a:solidFill>
                <a:latin typeface="Google Sans Flex"/>
                <a:ea typeface="Google Sans Flex"/>
                <a:cs typeface="Google Sans Flex"/>
              </a:rPr>
              <a:t>01  A private first step</a:t>
            </a:r>
          </a:p>
        </p:txBody>
      </p:sp>
      <p:sp>
        <p:nvSpPr>
          <p:cNvPr id="93" name="">
            <a:extLst xmlns:a="http://schemas.openxmlformats.org/drawingml/2006/main">
              <a:ext uri="{FF2B5EF4-FFF2-40B4-BE49-F238E27FC236}">
                <a16:creationId xmlns:a16="http://schemas.microsoft.com/office/drawing/2014/main" id="{B55E720F-21EB-4156-94BD-B77691D248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1950" y="1704975"/>
            <a:ext cx="40005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26211E"/>
                </a:solidFill>
                <a:latin typeface="Google Sans Flex"/>
                <a:ea typeface="Google Sans Flex"/>
                <a:cs typeface="Google Sans Flex"/>
              </a:defRPr>
            </a:pPr>
            <a:r>
              <a:rPr sz="1350" b="0">
                <a:solidFill>
                  <a:srgbClr val="26211E"/>
                </a:solidFill>
                <a:latin typeface="Google Sans Flex"/>
                <a:ea typeface="Google Sans Flex"/>
                <a:cs typeface="Google Sans Flex"/>
              </a:rPr>
              <a:t>Consent, personal preferences, budget</a:t>
            </a:r>
          </a:p>
          <a:p xmlns:a="http://schemas.openxmlformats.org/drawingml/2006/main">
            <a:pPr>
              <a:defRPr sz="1350" b="0">
                <a:solidFill>
                  <a:srgbClr val="26211E"/>
                </a:solidFill>
                <a:latin typeface="Google Sans Flex"/>
                <a:ea typeface="Google Sans Flex"/>
                <a:cs typeface="Google Sans Flex"/>
              </a:defRPr>
            </a:pPr>
            <a:r>
              <a:rPr sz="1350" b="0">
                <a:solidFill>
                  <a:srgbClr val="26211E"/>
                </a:solidFill>
                <a:latin typeface="Google Sans Flex"/>
                <a:ea typeface="Google Sans Flex"/>
                <a:cs typeface="Google Sans Flex"/>
              </a:rPr>
              <a:t>and a story shared with the chosen therapist.</a:t>
            </a:r>
          </a:p>
        </p:txBody>
      </p:sp>
      <p:sp>
        <p:nvSpPr>
          <p:cNvPr id="94" name="">
            <a:extLst xmlns:a="http://schemas.openxmlformats.org/drawingml/2006/main">
              <a:ext uri="{FF2B5EF4-FFF2-40B4-BE49-F238E27FC236}">
                <a16:creationId xmlns:a16="http://schemas.microsoft.com/office/drawing/2014/main" id="{3EA51020-6884-4F3F-984F-94A54BD951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38700" y="1362075"/>
            <a:ext cx="39433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500" b="1">
                <a:solidFill>
                  <a:srgbClr val="A9422A"/>
                </a:solidFill>
                <a:latin typeface="Google Sans Flex"/>
                <a:ea typeface="Google Sans Flex"/>
                <a:cs typeface="Google Sans Flex"/>
              </a:defRPr>
            </a:pPr>
            <a:r>
              <a:rPr sz="1500" b="1">
                <a:solidFill>
                  <a:srgbClr val="A9422A"/>
                </a:solidFill>
                <a:latin typeface="Google Sans Flex"/>
                <a:ea typeface="Google Sans Flex"/>
                <a:cs typeface="Google Sans Flex"/>
              </a:rPr>
              <a:t>02  AI you can correct</a:t>
            </a:r>
          </a:p>
        </p:txBody>
      </p:sp>
      <p:sp>
        <p:nvSpPr>
          <p:cNvPr id="95" name="">
            <a:extLst xmlns:a="http://schemas.openxmlformats.org/drawingml/2006/main">
              <a:ext uri="{FF2B5EF4-FFF2-40B4-BE49-F238E27FC236}">
                <a16:creationId xmlns:a16="http://schemas.microsoft.com/office/drawing/2014/main" id="{689D1E75-6BA4-41FE-B69B-11D4024E3E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38700" y="1704975"/>
            <a:ext cx="394335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26211E"/>
                </a:solidFill>
                <a:latin typeface="Google Sans Flex"/>
                <a:ea typeface="Google Sans Flex"/>
                <a:cs typeface="Google Sans Flex"/>
              </a:defRPr>
            </a:pPr>
            <a:r>
              <a:rPr sz="1350" b="0">
                <a:solidFill>
                  <a:srgbClr val="26211E"/>
                </a:solidFill>
                <a:latin typeface="Google Sans Flex"/>
                <a:ea typeface="Google Sans Flex"/>
                <a:cs typeface="Google Sans Flex"/>
              </a:rPr>
              <a:t>Gemini drafts the intake summary.</a:t>
            </a:r>
          </a:p>
          <a:p xmlns:a="http://schemas.openxmlformats.org/drawingml/2006/main">
            <a:pPr>
              <a:defRPr sz="1350" b="0">
                <a:solidFill>
                  <a:srgbClr val="26211E"/>
                </a:solidFill>
                <a:latin typeface="Google Sans Flex"/>
                <a:ea typeface="Google Sans Flex"/>
                <a:cs typeface="Google Sans Flex"/>
              </a:defRPr>
            </a:pPr>
            <a:r>
              <a:rPr sz="1350" b="0">
                <a:solidFill>
                  <a:srgbClr val="26211E"/>
                </a:solidFill>
                <a:latin typeface="Google Sans Flex"/>
                <a:ea typeface="Google Sans Flex"/>
                <a:cs typeface="Google Sans Flex"/>
              </a:rPr>
              <a:t>The participant edits and confirms it.</a:t>
            </a:r>
          </a:p>
        </p:txBody>
      </p:sp>
      <p:sp>
        <p:nvSpPr>
          <p:cNvPr id="96" name="">
            <a:extLst xmlns:a="http://schemas.openxmlformats.org/drawingml/2006/main">
              <a:ext uri="{FF2B5EF4-FFF2-40B4-BE49-F238E27FC236}">
                <a16:creationId xmlns:a16="http://schemas.microsoft.com/office/drawing/2014/main" id="{CD64D216-BD52-4550-8D26-8FF79C10B9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1950" y="2476500"/>
            <a:ext cx="4000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500" b="1">
                <a:solidFill>
                  <a:srgbClr val="A9422A"/>
                </a:solidFill>
                <a:latin typeface="Google Sans Flex"/>
                <a:ea typeface="Google Sans Flex"/>
                <a:cs typeface="Google Sans Flex"/>
              </a:defRPr>
            </a:pPr>
            <a:r>
              <a:rPr sz="1500" b="1">
                <a:solidFill>
                  <a:srgbClr val="A9422A"/>
                </a:solidFill>
                <a:latin typeface="Google Sans Flex"/>
                <a:ea typeface="Google Sans Flex"/>
                <a:cs typeface="Google Sans Flex"/>
              </a:rPr>
              <a:t>03  A practical group fit</a:t>
            </a:r>
          </a:p>
        </p:txBody>
      </p:sp>
      <p:sp>
        <p:nvSpPr>
          <p:cNvPr id="97" name="">
            <a:extLst xmlns:a="http://schemas.openxmlformats.org/drawingml/2006/main">
              <a:ext uri="{FF2B5EF4-FFF2-40B4-BE49-F238E27FC236}">
                <a16:creationId xmlns:a16="http://schemas.microsoft.com/office/drawing/2014/main" id="{94C6E3FF-008D-48AD-BC35-5469C0D042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1950" y="2819400"/>
            <a:ext cx="40005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26211E"/>
                </a:solidFill>
                <a:latin typeface="Google Sans Flex"/>
                <a:ea typeface="Google Sans Flex"/>
                <a:cs typeface="Google Sans Flex"/>
              </a:defRPr>
            </a:pPr>
            <a:r>
              <a:rPr sz="1350" b="0">
                <a:solidFill>
                  <a:srgbClr val="26211E"/>
                </a:solidFill>
                <a:latin typeface="Google Sans Flex"/>
                <a:ea typeface="Google Sans Flex"/>
                <a:cs typeface="Google Sans Flex"/>
              </a:rPr>
              <a:t>Availability, language, age band, region,</a:t>
            </a:r>
          </a:p>
          <a:p xmlns:a="http://schemas.openxmlformats.org/drawingml/2006/main">
            <a:pPr>
              <a:defRPr sz="1350" b="0">
                <a:solidFill>
                  <a:srgbClr val="26211E"/>
                </a:solidFill>
                <a:latin typeface="Google Sans Flex"/>
                <a:ea typeface="Google Sans Flex"/>
                <a:cs typeface="Google Sans Flex"/>
              </a:defRPr>
            </a:pPr>
            <a:r>
              <a:rPr sz="1350" b="0">
                <a:solidFill>
                  <a:srgbClr val="26211E"/>
                </a:solidFill>
                <a:latin typeface="Google Sans Flex"/>
                <a:ea typeface="Google Sans Flex"/>
                <a:cs typeface="Google Sans Flex"/>
              </a:rPr>
              <a:t>sharing comfort and related goals.</a:t>
            </a:r>
          </a:p>
        </p:txBody>
      </p:sp>
      <p:sp>
        <p:nvSpPr>
          <p:cNvPr id="98" name="">
            <a:extLst xmlns:a="http://schemas.openxmlformats.org/drawingml/2006/main">
              <a:ext uri="{FF2B5EF4-FFF2-40B4-BE49-F238E27FC236}">
                <a16:creationId xmlns:a16="http://schemas.microsoft.com/office/drawing/2014/main" id="{0CF183EA-4B82-4F6F-9EE9-AF00E2EA9E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38700" y="2476500"/>
            <a:ext cx="39433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500" b="1">
                <a:solidFill>
                  <a:srgbClr val="A9422A"/>
                </a:solidFill>
                <a:latin typeface="Google Sans Flex"/>
                <a:ea typeface="Google Sans Flex"/>
                <a:cs typeface="Google Sans Flex"/>
              </a:defRPr>
            </a:pPr>
            <a:r>
              <a:rPr sz="1500" b="1">
                <a:solidFill>
                  <a:srgbClr val="A9422A"/>
                </a:solidFill>
                <a:latin typeface="Google Sans Flex"/>
                <a:ea typeface="Google Sans Flex"/>
                <a:cs typeface="Google Sans Flex"/>
              </a:rPr>
              <a:t>04  A human decision</a:t>
            </a:r>
          </a:p>
        </p:txBody>
      </p:sp>
      <p:sp>
        <p:nvSpPr>
          <p:cNvPr id="99" name="">
            <a:extLst xmlns:a="http://schemas.openxmlformats.org/drawingml/2006/main">
              <a:ext uri="{FF2B5EF4-FFF2-40B4-BE49-F238E27FC236}">
                <a16:creationId xmlns:a16="http://schemas.microsoft.com/office/drawing/2014/main" id="{72C66B84-C87B-4B8B-BDE8-D3D941A713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38700" y="2819400"/>
            <a:ext cx="394335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26211E"/>
                </a:solidFill>
                <a:latin typeface="Google Sans Flex"/>
                <a:ea typeface="Google Sans Flex"/>
                <a:cs typeface="Google Sans Flex"/>
              </a:defRPr>
            </a:pPr>
            <a:r>
              <a:rPr sz="1350" b="0">
                <a:solidFill>
                  <a:srgbClr val="26211E"/>
                </a:solidFill>
                <a:latin typeface="Google Sans Flex"/>
                <a:ea typeface="Google Sans Flex"/>
                <a:cs typeface="Google Sans Flex"/>
              </a:rPr>
              <a:t>Verified professional access, intake review</a:t>
            </a:r>
          </a:p>
          <a:p xmlns:a="http://schemas.openxmlformats.org/drawingml/2006/main">
            <a:pPr>
              <a:defRPr sz="1350" b="0">
                <a:solidFill>
                  <a:srgbClr val="26211E"/>
                </a:solidFill>
                <a:latin typeface="Google Sans Flex"/>
                <a:ea typeface="Google Sans Flex"/>
                <a:cs typeface="Google Sans Flex"/>
              </a:defRPr>
            </a:pPr>
            <a:r>
              <a:rPr sz="1350" b="0">
                <a:solidFill>
                  <a:srgbClr val="26211E"/>
                </a:solidFill>
                <a:latin typeface="Google Sans Flex"/>
                <a:ea typeface="Google Sans Flex"/>
                <a:cs typeface="Google Sans Flex"/>
              </a:rPr>
              <a:t>and explicit approval before invitations.</a:t>
            </a:r>
          </a:p>
        </p:txBody>
      </p:sp>
      <p:sp>
        <p:nvSpPr>
          <p:cNvPr id="100" name="">
            <a:extLst xmlns:a="http://schemas.openxmlformats.org/drawingml/2006/main">
              <a:ext uri="{FF2B5EF4-FFF2-40B4-BE49-F238E27FC236}">
                <a16:creationId xmlns:a16="http://schemas.microsoft.com/office/drawing/2014/main" id="{A5767F0E-B9F4-4101-87E3-569106F9AC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1950" y="3590925"/>
            <a:ext cx="4000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500" b="1">
                <a:solidFill>
                  <a:srgbClr val="A9422A"/>
                </a:solidFill>
                <a:latin typeface="Google Sans Flex"/>
                <a:ea typeface="Google Sans Flex"/>
                <a:cs typeface="Google Sans Flex"/>
              </a:defRPr>
            </a:pPr>
            <a:r>
              <a:rPr sz="1500" b="1">
                <a:solidFill>
                  <a:srgbClr val="A9422A"/>
                </a:solidFill>
                <a:latin typeface="Google Sans Flex"/>
                <a:ea typeface="Google Sans Flex"/>
                <a:cs typeface="Google Sans Flex"/>
              </a:rPr>
              <a:t>05  A clear, shared fee</a:t>
            </a:r>
          </a:p>
        </p:txBody>
      </p:sp>
      <p:sp>
        <p:nvSpPr>
          <p:cNvPr id="101" name="">
            <a:extLst xmlns:a="http://schemas.openxmlformats.org/drawingml/2006/main">
              <a:ext uri="{FF2B5EF4-FFF2-40B4-BE49-F238E27FC236}">
                <a16:creationId xmlns:a16="http://schemas.microsoft.com/office/drawing/2014/main" id="{EC47FA43-94BD-4E3C-A806-D7C3D60367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1950" y="3933825"/>
            <a:ext cx="40005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26211E"/>
                </a:solidFill>
                <a:latin typeface="Google Sans Flex"/>
                <a:ea typeface="Google Sans Flex"/>
                <a:cs typeface="Google Sans Flex"/>
              </a:defRPr>
            </a:pPr>
            <a:r>
              <a:rPr sz="1350" b="0">
                <a:solidFill>
                  <a:srgbClr val="26211E"/>
                </a:solidFill>
                <a:latin typeface="Google Sans Flex"/>
                <a:ea typeface="Google Sans Flex"/>
                <a:cs typeface="Google Sans Flex"/>
              </a:rPr>
              <a:t>An exact quote before acceptance,</a:t>
            </a:r>
          </a:p>
          <a:p xmlns:a="http://schemas.openxmlformats.org/drawingml/2006/main">
            <a:pPr>
              <a:defRPr sz="1350" b="0">
                <a:solidFill>
                  <a:srgbClr val="26211E"/>
                </a:solidFill>
                <a:latin typeface="Google Sans Flex"/>
                <a:ea typeface="Google Sans Flex"/>
                <a:cs typeface="Google Sans Flex"/>
              </a:defRPr>
            </a:pPr>
            <a:r>
              <a:rPr sz="1350" b="0">
                <a:solidFill>
                  <a:srgbClr val="26211E"/>
                </a:solidFill>
                <a:latin typeface="Google Sans Flex"/>
                <a:ea typeface="Google Sans Flex"/>
                <a:cs typeface="Google Sans Flex"/>
              </a:rPr>
              <a:t>with the freedom to accept or decline.</a:t>
            </a:r>
          </a:p>
        </p:txBody>
      </p:sp>
      <p:sp>
        <p:nvSpPr>
          <p:cNvPr id="102" name="">
            <a:extLst xmlns:a="http://schemas.openxmlformats.org/drawingml/2006/main">
              <a:ext uri="{FF2B5EF4-FFF2-40B4-BE49-F238E27FC236}">
                <a16:creationId xmlns:a16="http://schemas.microsoft.com/office/drawing/2014/main" id="{4E8D87BF-C441-4D04-B9C2-FBFCBFB197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38700" y="3590925"/>
            <a:ext cx="39433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500" b="1">
                <a:solidFill>
                  <a:srgbClr val="A9422A"/>
                </a:solidFill>
                <a:latin typeface="Google Sans Flex"/>
                <a:ea typeface="Google Sans Flex"/>
                <a:cs typeface="Google Sans Flex"/>
              </a:defRPr>
            </a:pPr>
            <a:r>
              <a:rPr sz="1500" b="1">
                <a:solidFill>
                  <a:srgbClr val="A9422A"/>
                </a:solidFill>
                <a:latin typeface="Google Sans Flex"/>
                <a:ea typeface="Google Sans Flex"/>
                <a:cs typeface="Google Sans Flex"/>
              </a:rPr>
              <a:t>06  Control after joining</a:t>
            </a:r>
          </a:p>
        </p:txBody>
      </p:sp>
      <p:sp>
        <p:nvSpPr>
          <p:cNvPr id="103" name="">
            <a:extLst xmlns:a="http://schemas.openxmlformats.org/drawingml/2006/main">
              <a:ext uri="{FF2B5EF4-FFF2-40B4-BE49-F238E27FC236}">
                <a16:creationId xmlns:a16="http://schemas.microsoft.com/office/drawing/2014/main" id="{8B17A5E6-B516-417C-9A5E-B064DB5A6F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38700" y="3933825"/>
            <a:ext cx="394335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26211E"/>
                </a:solidFill>
                <a:latin typeface="Google Sans Flex"/>
                <a:ea typeface="Google Sans Flex"/>
                <a:cs typeface="Google Sans Flex"/>
              </a:defRPr>
            </a:pPr>
            <a:r>
              <a:rPr sz="1350" b="0">
                <a:solidFill>
                  <a:srgbClr val="26211E"/>
                </a:solidFill>
                <a:latin typeface="Google Sans Flex"/>
                <a:ea typeface="Google Sans Flex"/>
                <a:cs typeface="Google Sans Flex"/>
              </a:rPr>
              <a:t>Private preparation, calendar export,</a:t>
            </a:r>
          </a:p>
          <a:p xmlns:a="http://schemas.openxmlformats.org/drawingml/2006/main">
            <a:pPr>
              <a:defRPr sz="1350" b="0">
                <a:solidFill>
                  <a:srgbClr val="26211E"/>
                </a:solidFill>
                <a:latin typeface="Google Sans Flex"/>
                <a:ea typeface="Google Sans Flex"/>
                <a:cs typeface="Google Sans Flex"/>
              </a:defRPr>
            </a:pPr>
            <a:r>
              <a:rPr sz="1350" b="0">
                <a:solidFill>
                  <a:srgbClr val="26211E"/>
                </a:solidFill>
                <a:latin typeface="Google Sans Flex"/>
                <a:ea typeface="Google Sans Flex"/>
                <a:cs typeface="Google Sans Flex"/>
              </a:rPr>
              <a:t>and intake data export or deletion.</a:t>
            </a:r>
          </a:p>
        </p:txBody>
      </p:sp>
    </p:spTree>
    <p:extLst>
      <p:ext uri="{BB962C8B-B14F-4D97-AF65-F5344CB8AC3E}">
        <p14:creationId xmlns:p14="http://schemas.microsoft.com/office/powerpoint/2010/main" val="1162415030"/>
      </p:ext>
    </p:extLst>
  </p:cSld>
</p:sld>
</file>

<file path=ppt/slides/slide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cxnSp>
        <p:nvCxnSpPr>
          <p:cNvPr id="113" name=""/>
          <p:cNvCxnSpPr>
            <a:stCxn xmlns:a="http://schemas.openxmlformats.org/drawingml/2006/main" id="106" idx="1"/>
            <a:endCxn xmlns:a="http://schemas.openxmlformats.org/drawingml/2006/main" id="107" idx="3"/>
          </p:cNvCxnSpPr>
          <p:nvPr/>
        </p:nvCxnSpPr>
        <p:spPr>
          <a:xfrm xmlns:a="http://schemas.openxmlformats.org/drawingml/2006/main" flipH="1">
            <a:off x="2800350" y="3214688"/>
            <a:ext cx="552450" cy="0"/>
          </a:xfrm>
          <a:prstGeom xmlns:a="http://schemas.openxmlformats.org/drawingml/2006/main" prst="straightConnector1">
            <a:avLst/>
          </a:prstGeom>
          <a:ln xmlns:a="http://schemas.openxmlformats.org/drawingml/2006/main" w="14288">
            <a:solidFill>
              <a:srgbClr val="665D57"/>
            </a:solidFill>
            <a:tailEnd type="triangle" w="sm" len="sm"/>
          </a:ln>
        </p:spPr>
      </p:cxnSp>
      <p:cxnSp>
        <p:nvCxnSpPr>
          <p:cNvPr id="114" name=""/>
          <p:cNvCxnSpPr>
            <a:stCxn xmlns:a="http://schemas.openxmlformats.org/drawingml/2006/main" id="105" idx="1"/>
            <a:endCxn xmlns:a="http://schemas.openxmlformats.org/drawingml/2006/main" id="106" idx="3"/>
          </p:cNvCxnSpPr>
          <p:nvPr/>
        </p:nvCxnSpPr>
        <p:spPr>
          <a:xfrm xmlns:a="http://schemas.openxmlformats.org/drawingml/2006/main" flipH="1">
            <a:off x="5791200" y="3214688"/>
            <a:ext cx="552450" cy="0"/>
          </a:xfrm>
          <a:prstGeom xmlns:a="http://schemas.openxmlformats.org/drawingml/2006/main" prst="straightConnector1">
            <a:avLst/>
          </a:prstGeom>
          <a:ln xmlns:a="http://schemas.openxmlformats.org/drawingml/2006/main" w="14288">
            <a:solidFill>
              <a:srgbClr val="665D57"/>
            </a:solidFill>
            <a:tailEnd type="triangle" w="sm" len="sm"/>
          </a:ln>
        </p:spPr>
      </p:cxnSp>
      <p:cxnSp>
        <p:nvCxnSpPr>
          <p:cNvPr id="115" name=""/>
          <p:cNvCxnSpPr>
            <a:stCxn xmlns:a="http://schemas.openxmlformats.org/drawingml/2006/main" id="102" idx="2"/>
            <a:endCxn xmlns:a="http://schemas.openxmlformats.org/drawingml/2006/main" id="105" idx="0"/>
          </p:cNvCxnSpPr>
          <p:nvPr/>
        </p:nvCxnSpPr>
        <p:spPr>
          <a:xfrm xmlns:a="http://schemas.openxmlformats.org/drawingml/2006/main">
            <a:off x="7562850" y="2238375"/>
            <a:ext cx="0" cy="628650"/>
          </a:xfrm>
          <a:prstGeom xmlns:a="http://schemas.openxmlformats.org/drawingml/2006/main" prst="straightConnector1">
            <a:avLst/>
          </a:prstGeom>
          <a:ln xmlns:a="http://schemas.openxmlformats.org/drawingml/2006/main" w="14288">
            <a:solidFill>
              <a:srgbClr val="665D57"/>
            </a:solidFill>
            <a:tailEnd type="triangle" w="sm" len="sm"/>
          </a:ln>
        </p:spPr>
      </p:cxnSp>
      <p:cxnSp>
        <p:nvCxnSpPr>
          <p:cNvPr id="116" name=""/>
          <p:cNvCxnSpPr>
            <a:stCxn xmlns:a="http://schemas.openxmlformats.org/drawingml/2006/main" id="101" idx="3"/>
            <a:endCxn xmlns:a="http://schemas.openxmlformats.org/drawingml/2006/main" id="102" idx="1"/>
          </p:cNvCxnSpPr>
          <p:nvPr/>
        </p:nvCxnSpPr>
        <p:spPr>
          <a:xfrm xmlns:a="http://schemas.openxmlformats.org/drawingml/2006/main">
            <a:off x="5791200" y="1890713"/>
            <a:ext cx="552450" cy="0"/>
          </a:xfrm>
          <a:prstGeom xmlns:a="http://schemas.openxmlformats.org/drawingml/2006/main" prst="straightConnector1">
            <a:avLst/>
          </a:prstGeom>
          <a:ln xmlns:a="http://schemas.openxmlformats.org/drawingml/2006/main" w="14288">
            <a:solidFill>
              <a:srgbClr val="665D57"/>
            </a:solidFill>
            <a:tailEnd type="triangle" w="sm" len="sm"/>
          </a:ln>
        </p:spPr>
      </p:cxnSp>
      <p:cxnSp>
        <p:nvCxnSpPr>
          <p:cNvPr id="117" name=""/>
          <p:cNvCxnSpPr>
            <a:stCxn xmlns:a="http://schemas.openxmlformats.org/drawingml/2006/main" id="100" idx="3"/>
            <a:endCxn xmlns:a="http://schemas.openxmlformats.org/drawingml/2006/main" id="101" idx="1"/>
          </p:cNvCxnSpPr>
          <p:nvPr/>
        </p:nvCxnSpPr>
        <p:spPr>
          <a:xfrm xmlns:a="http://schemas.openxmlformats.org/drawingml/2006/main">
            <a:off x="2800350" y="1890713"/>
            <a:ext cx="552450" cy="0"/>
          </a:xfrm>
          <a:prstGeom xmlns:a="http://schemas.openxmlformats.org/drawingml/2006/main" prst="straightConnector1">
            <a:avLst/>
          </a:prstGeom>
          <a:ln xmlns:a="http://schemas.openxmlformats.org/drawingml/2006/main" w="14288">
            <a:solidFill>
              <a:srgbClr val="665D57"/>
            </a:solidFill>
            <a:tailEnd type="triangle" w="sm" len="sm"/>
          </a:ln>
        </p:spPr>
      </p:cxnSp>
      <p:pic>
        <p:nvPicPr>
          <p:cNvPr id="118" name="Google Shape;92;p18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a2aede6c67c24e41">
            <a:alphaModFix/>
          </a:blip>
          <a:srcRect xmlns:a="http://schemas.openxmlformats.org/drawingml/2006/main" l="0" t="0" r="0" b="98001"/>
          <a:stretch xmlns:a="http://schemas.openxmlformats.org/drawingml/2006/main"/>
        </p:blipFill>
        <p:spPr>
          <a:xfrm xmlns:a="http://schemas.openxmlformats.org/drawingml/2006/main">
            <a:off x="0" y="5093562"/>
            <a:ext cx="9144000" cy="54275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  <p:pic>
        <p:nvPicPr>
          <p:cNvPr id="119" name="Google Shape;93;p18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0b1eb7ffbad42a9">
            <a:alphaModFix/>
          </a:blip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1"/>
            <a:ext cx="9144000" cy="507359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  <p:sp>
        <p:nvSpPr>
          <p:cNvPr id="94" name="Google Shape;94;p18">
            <a:extLst xmlns:a="http://schemas.openxmlformats.org/drawingml/2006/main">
              <a:ext uri="{FF2B5EF4-FFF2-40B4-BE49-F238E27FC236}">
                <a16:creationId xmlns:a16="http://schemas.microsoft.com/office/drawing/2014/main" id="{633F8EC4-3D20-498D-A114-4C098D5E94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-29250" y="5071875"/>
            <a:ext cx="9173400" cy="97800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dk1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lv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5" name="Google Shape;95;p18">
            <a:extLst xmlns:a="http://schemas.openxmlformats.org/drawingml/2006/main">
              <a:ext uri="{FF2B5EF4-FFF2-40B4-BE49-F238E27FC236}">
                <a16:creationId xmlns:a16="http://schemas.microsoft.com/office/drawing/2014/main" id="{44F0949A-D7D4-4C8A-A68C-300140A473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5350" y="663825"/>
            <a:ext cx="8943000" cy="561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t">
            <a:noAutofit/>
          </a:bodyPr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sz="1600">
                <a:latin typeface="Google Sans Flex Medium"/>
                <a:ea typeface="Google Sans Flex Medium"/>
                <a:cs typeface="Google Sans Flex Medium"/>
              </a:rPr>
              <a:t>Process flow diagram or Use-case diagram</a:t>
            </a:r>
            <a:endParaRPr sz="1600">
              <a:latin typeface="Google Sans Flex Medium"/>
              <a:ea typeface="Google Sans Flex Medium"/>
              <a:cs typeface="Google Sans Flex Medium"/>
            </a:endParaRPr>
          </a:p>
        </p:txBody>
      </p:sp>
      <p:sp>
        <p:nvSpPr>
          <p:cNvPr id="98" name="">
            <a:extLst xmlns:a="http://schemas.openxmlformats.org/drawingml/2006/main">
              <a:ext uri="{FF2B5EF4-FFF2-40B4-BE49-F238E27FC236}">
                <a16:creationId xmlns:a16="http://schemas.microsoft.com/office/drawing/2014/main" id="{827C3E76-8482-4665-AB40-F2581F1ECF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1950" y="4857750"/>
            <a:ext cx="7429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825" b="0">
                <a:solidFill>
                  <a:srgbClr val="665D57"/>
                </a:solidFill>
                <a:latin typeface="Google Sans Flex"/>
                <a:ea typeface="Google Sans Flex"/>
                <a:cs typeface="Google Sans Flex"/>
              </a:defRPr>
            </a:pPr>
            <a:r>
              <a:rPr sz="825" b="0">
                <a:solidFill>
                  <a:srgbClr val="665D57"/>
                </a:solidFill>
                <a:latin typeface="Google Sans Flex"/>
                <a:ea typeface="Google Sans Flex"/>
                <a:cs typeface="Google Sans Flex"/>
              </a:rPr>
              <a:t>MODEL CITIZENS  /  PROJECT IRENE</a:t>
            </a:r>
          </a:p>
        </p:txBody>
      </p:sp>
      <p:sp>
        <p:nvSpPr>
          <p:cNvPr id="99" name="">
            <a:extLst xmlns:a="http://schemas.openxmlformats.org/drawingml/2006/main">
              <a:ext uri="{FF2B5EF4-FFF2-40B4-BE49-F238E27FC236}">
                <a16:creationId xmlns:a16="http://schemas.microsoft.com/office/drawing/2014/main" id="{0A8AA499-7FB5-4D5F-9D2F-52050B5728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96300" y="4857750"/>
            <a:ext cx="285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825" b="0">
                <a:solidFill>
                  <a:srgbClr val="665D57"/>
                </a:solidFill>
                <a:latin typeface="Google Sans Flex"/>
                <a:ea typeface="Google Sans Flex"/>
                <a:cs typeface="Google Sans Flex"/>
              </a:defRPr>
            </a:pPr>
            <a:r>
              <a:rPr sz="825" b="0">
                <a:solidFill>
                  <a:srgbClr val="665D57"/>
                </a:solidFill>
                <a:latin typeface="Google Sans Flex"/>
                <a:ea typeface="Google Sans Flex"/>
                <a:cs typeface="Google Sans Flex"/>
              </a:rPr>
              <a:t>06</a:t>
            </a:r>
          </a:p>
        </p:txBody>
      </p:sp>
      <p:sp>
        <p:nvSpPr>
          <p:cNvPr id="100" name="">
            <a:extLst xmlns:a="http://schemas.openxmlformats.org/drawingml/2006/main">
              <a:ext uri="{FF2B5EF4-FFF2-40B4-BE49-F238E27FC236}">
                <a16:creationId xmlns:a16="http://schemas.microsoft.com/office/drawing/2014/main" id="{88D361BA-1A68-4200-8899-2EB94DA60A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1950" y="1543050"/>
            <a:ext cx="2438400" cy="695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6F1"/>
          </a:solidFill>
          <a:ln xmlns:a="http://schemas.openxmlformats.org/drawingml/2006/main" w="9525">
            <a:solidFill>
              <a:srgbClr val="CCBDB4"/>
            </a:solidFill>
          </a:ln>
        </p:spPr>
        <p:txBody>
          <a:bodyPr xmlns:a="http://schemas.openxmlformats.org/drawingml/2006/main" lIns="114300" tIns="76200" rIns="114300" bIns="7620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275">
                <a:solidFill>
                  <a:srgbClr val="26211E"/>
                </a:solidFill>
                <a:latin typeface="Google Sans Flex"/>
                <a:ea typeface="Google Sans Flex"/>
                <a:cs typeface="Google Sans Flex"/>
              </a:defRPr>
            </a:pPr>
            <a:r>
              <a:rPr sz="1275">
                <a:solidFill>
                  <a:srgbClr val="26211E"/>
                </a:solidFill>
                <a:latin typeface="Google Sans Flex"/>
                <a:ea typeface="Google Sans Flex"/>
                <a:cs typeface="Google Sans Flex"/>
              </a:rPr>
              <a:t>1  Private intake</a:t>
            </a:r>
          </a:p>
          <a:p xmlns:a="http://schemas.openxmlformats.org/drawingml/2006/main">
            <a:pPr algn="ctr">
              <a:defRPr sz="1275">
                <a:solidFill>
                  <a:srgbClr val="26211E"/>
                </a:solidFill>
                <a:latin typeface="Google Sans Flex"/>
                <a:ea typeface="Google Sans Flex"/>
                <a:cs typeface="Google Sans Flex"/>
              </a:defRPr>
            </a:pPr>
            <a:r>
              <a:rPr sz="1275">
                <a:solidFill>
                  <a:srgbClr val="26211E"/>
                </a:solidFill>
                <a:latin typeface="Google Sans Flex"/>
                <a:ea typeface="Google Sans Flex"/>
                <a:cs typeface="Google Sans Flex"/>
              </a:rPr>
              <a:t>Preferences + consent</a:t>
            </a:r>
          </a:p>
        </p:txBody>
      </p:sp>
      <p:sp>
        <p:nvSpPr>
          <p:cNvPr id="101" name="">
            <a:extLst xmlns:a="http://schemas.openxmlformats.org/drawingml/2006/main">
              <a:ext uri="{FF2B5EF4-FFF2-40B4-BE49-F238E27FC236}">
                <a16:creationId xmlns:a16="http://schemas.microsoft.com/office/drawing/2014/main" id="{CF121717-F576-48DE-9B2C-C13E646215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52800" y="1543050"/>
            <a:ext cx="2438400" cy="695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6F1"/>
          </a:solidFill>
          <a:ln xmlns:a="http://schemas.openxmlformats.org/drawingml/2006/main" w="9525">
            <a:solidFill>
              <a:srgbClr val="CCBDB4"/>
            </a:solidFill>
          </a:ln>
        </p:spPr>
        <p:txBody>
          <a:bodyPr xmlns:a="http://schemas.openxmlformats.org/drawingml/2006/main" lIns="114300" tIns="76200" rIns="114300" bIns="7620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275">
                <a:solidFill>
                  <a:srgbClr val="26211E"/>
                </a:solidFill>
                <a:latin typeface="Google Sans Flex"/>
                <a:ea typeface="Google Sans Flex"/>
                <a:cs typeface="Google Sans Flex"/>
              </a:defRPr>
            </a:pPr>
            <a:r>
              <a:rPr sz="1275">
                <a:solidFill>
                  <a:srgbClr val="26211E"/>
                </a:solidFill>
                <a:latin typeface="Google Sans Flex"/>
                <a:ea typeface="Google Sans Flex"/>
                <a:cs typeface="Google Sans Flex"/>
              </a:rPr>
              <a:t>2  Gemini draft</a:t>
            </a:r>
          </a:p>
          <a:p xmlns:a="http://schemas.openxmlformats.org/drawingml/2006/main">
            <a:pPr algn="ctr">
              <a:defRPr sz="1275">
                <a:solidFill>
                  <a:srgbClr val="26211E"/>
                </a:solidFill>
                <a:latin typeface="Google Sans Flex"/>
                <a:ea typeface="Google Sans Flex"/>
                <a:cs typeface="Google Sans Flex"/>
              </a:defRPr>
            </a:pPr>
            <a:r>
              <a:rPr sz="1275">
                <a:solidFill>
                  <a:srgbClr val="26211E"/>
                </a:solidFill>
                <a:latin typeface="Google Sans Flex"/>
                <a:ea typeface="Google Sans Flex"/>
                <a:cs typeface="Google Sans Flex"/>
              </a:rPr>
              <a:t>Participant corrects + confirms</a:t>
            </a:r>
          </a:p>
        </p:txBody>
      </p:sp>
      <p:sp>
        <p:nvSpPr>
          <p:cNvPr id="102" name="">
            <a:extLst xmlns:a="http://schemas.openxmlformats.org/drawingml/2006/main">
              <a:ext uri="{FF2B5EF4-FFF2-40B4-BE49-F238E27FC236}">
                <a16:creationId xmlns:a16="http://schemas.microsoft.com/office/drawing/2014/main" id="{B8419857-71F1-438A-B61F-BDBA0AB166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3650" y="1543050"/>
            <a:ext cx="2438400" cy="695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6F1"/>
          </a:solidFill>
          <a:ln xmlns:a="http://schemas.openxmlformats.org/drawingml/2006/main" w="9525">
            <a:solidFill>
              <a:srgbClr val="CCBDB4"/>
            </a:solidFill>
          </a:ln>
        </p:spPr>
        <p:txBody>
          <a:bodyPr xmlns:a="http://schemas.openxmlformats.org/drawingml/2006/main" lIns="114300" tIns="76200" rIns="114300" bIns="7620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275">
                <a:solidFill>
                  <a:srgbClr val="26211E"/>
                </a:solidFill>
                <a:latin typeface="Google Sans Flex"/>
                <a:ea typeface="Google Sans Flex"/>
                <a:cs typeface="Google Sans Flex"/>
              </a:defRPr>
            </a:pPr>
            <a:r>
              <a:rPr sz="1275">
                <a:solidFill>
                  <a:srgbClr val="26211E"/>
                </a:solidFill>
                <a:latin typeface="Google Sans Flex"/>
                <a:ea typeface="Google Sans Flex"/>
                <a:cs typeface="Google Sans Flex"/>
              </a:rPr>
              <a:t>3  Professional review</a:t>
            </a:r>
          </a:p>
          <a:p xmlns:a="http://schemas.openxmlformats.org/drawingml/2006/main">
            <a:pPr algn="ctr">
              <a:defRPr sz="1275">
                <a:solidFill>
                  <a:srgbClr val="26211E"/>
                </a:solidFill>
                <a:latin typeface="Google Sans Flex"/>
                <a:ea typeface="Google Sans Flex"/>
                <a:cs typeface="Google Sans Flex"/>
              </a:defRPr>
            </a:pPr>
            <a:r>
              <a:rPr sz="1275">
                <a:solidFill>
                  <a:srgbClr val="26211E"/>
                </a:solidFill>
                <a:latin typeface="Google Sans Flex"/>
                <a:ea typeface="Google Sans Flex"/>
                <a:cs typeface="Google Sans Flex"/>
              </a:rPr>
              <a:t>Individual suitability decision</a:t>
            </a:r>
          </a:p>
        </p:txBody>
      </p:sp>
      <p:sp>
        <p:nvSpPr>
          <p:cNvPr id="105" name="">
            <a:extLst xmlns:a="http://schemas.openxmlformats.org/drawingml/2006/main">
              <a:ext uri="{FF2B5EF4-FFF2-40B4-BE49-F238E27FC236}">
                <a16:creationId xmlns:a16="http://schemas.microsoft.com/office/drawing/2014/main" id="{A9BA7E8E-E537-4E3B-BC3C-862FB98E23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3650" y="2867025"/>
            <a:ext cx="2438400" cy="695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6F1"/>
          </a:solidFill>
          <a:ln xmlns:a="http://schemas.openxmlformats.org/drawingml/2006/main" w="9525">
            <a:solidFill>
              <a:srgbClr val="CCBDB4"/>
            </a:solidFill>
          </a:ln>
        </p:spPr>
        <p:txBody>
          <a:bodyPr xmlns:a="http://schemas.openxmlformats.org/drawingml/2006/main" lIns="114300" tIns="76200" rIns="114300" bIns="7620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275">
                <a:solidFill>
                  <a:srgbClr val="26211E"/>
                </a:solidFill>
                <a:latin typeface="Google Sans Flex"/>
                <a:ea typeface="Google Sans Flex"/>
                <a:cs typeface="Google Sans Flex"/>
              </a:defRPr>
            </a:pPr>
            <a:r>
              <a:rPr sz="1275">
                <a:solidFill>
                  <a:srgbClr val="26211E"/>
                </a:solidFill>
                <a:latin typeface="Google Sans Flex"/>
                <a:ea typeface="Google Sans Flex"/>
                <a:cs typeface="Google Sans Flex"/>
              </a:rPr>
              <a:t>4  Suggest a circle</a:t>
            </a:r>
          </a:p>
          <a:p xmlns:a="http://schemas.openxmlformats.org/drawingml/2006/main">
            <a:pPr algn="ctr">
              <a:defRPr sz="1275">
                <a:solidFill>
                  <a:srgbClr val="26211E"/>
                </a:solidFill>
                <a:latin typeface="Google Sans Flex"/>
                <a:ea typeface="Google Sans Flex"/>
                <a:cs typeface="Google Sans Flex"/>
              </a:defRPr>
            </a:pPr>
            <a:r>
              <a:rPr sz="1275">
                <a:solidFill>
                  <a:srgbClr val="26211E"/>
                </a:solidFill>
                <a:latin typeface="Google Sans Flex"/>
                <a:ea typeface="Google Sans Flex"/>
                <a:cs typeface="Google Sans Flex"/>
              </a:rPr>
              <a:t>Hard filters + goal similarity</a:t>
            </a:r>
          </a:p>
        </p:txBody>
      </p:sp>
      <p:sp>
        <p:nvSpPr>
          <p:cNvPr id="106" name="">
            <a:extLst xmlns:a="http://schemas.openxmlformats.org/drawingml/2006/main">
              <a:ext uri="{FF2B5EF4-FFF2-40B4-BE49-F238E27FC236}">
                <a16:creationId xmlns:a16="http://schemas.microsoft.com/office/drawing/2014/main" id="{9C477001-ECCE-4C0F-975C-AC49BDB7DA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52800" y="2867025"/>
            <a:ext cx="2438400" cy="695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6F1"/>
          </a:solidFill>
          <a:ln xmlns:a="http://schemas.openxmlformats.org/drawingml/2006/main" w="9525">
            <a:solidFill>
              <a:srgbClr val="CCBDB4"/>
            </a:solidFill>
          </a:ln>
        </p:spPr>
        <p:txBody>
          <a:bodyPr xmlns:a="http://schemas.openxmlformats.org/drawingml/2006/main" lIns="114300" tIns="76200" rIns="114300" bIns="7620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275">
                <a:solidFill>
                  <a:srgbClr val="26211E"/>
                </a:solidFill>
                <a:latin typeface="Google Sans Flex"/>
                <a:ea typeface="Google Sans Flex"/>
                <a:cs typeface="Google Sans Flex"/>
              </a:defRPr>
            </a:pPr>
            <a:r>
              <a:rPr sz="1275">
                <a:solidFill>
                  <a:srgbClr val="26211E"/>
                </a:solidFill>
                <a:latin typeface="Google Sans Flex"/>
                <a:ea typeface="Google Sans Flex"/>
                <a:cs typeface="Google Sans Flex"/>
              </a:rPr>
              <a:t>5  Therapist approves</a:t>
            </a:r>
          </a:p>
          <a:p xmlns:a="http://schemas.openxmlformats.org/drawingml/2006/main">
            <a:pPr algn="ctr">
              <a:defRPr sz="1275">
                <a:solidFill>
                  <a:srgbClr val="26211E"/>
                </a:solidFill>
                <a:latin typeface="Google Sans Flex"/>
                <a:ea typeface="Google Sans Flex"/>
                <a:cs typeface="Google Sans Flex"/>
              </a:defRPr>
            </a:pPr>
            <a:r>
              <a:rPr sz="1275">
                <a:solidFill>
                  <a:srgbClr val="26211E"/>
                </a:solidFill>
                <a:latin typeface="Google Sans Flex"/>
                <a:ea typeface="Google Sans Flex"/>
                <a:cs typeface="Google Sans Flex"/>
              </a:rPr>
              <a:t>Time, group and exact fee</a:t>
            </a:r>
          </a:p>
        </p:txBody>
      </p:sp>
      <p:sp>
        <p:nvSpPr>
          <p:cNvPr id="107" name="">
            <a:extLst xmlns:a="http://schemas.openxmlformats.org/drawingml/2006/main">
              <a:ext uri="{FF2B5EF4-FFF2-40B4-BE49-F238E27FC236}">
                <a16:creationId xmlns:a16="http://schemas.microsoft.com/office/drawing/2014/main" id="{2BD15DCE-1053-435E-B94A-80A170868D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1950" y="2867025"/>
            <a:ext cx="2438400" cy="695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6F1"/>
          </a:solidFill>
          <a:ln xmlns:a="http://schemas.openxmlformats.org/drawingml/2006/main" w="9525">
            <a:solidFill>
              <a:srgbClr val="CCBDB4"/>
            </a:solidFill>
          </a:ln>
        </p:spPr>
        <p:txBody>
          <a:bodyPr xmlns:a="http://schemas.openxmlformats.org/drawingml/2006/main" lIns="114300" tIns="76200" rIns="114300" bIns="7620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275">
                <a:solidFill>
                  <a:srgbClr val="26211E"/>
                </a:solidFill>
                <a:latin typeface="Google Sans Flex"/>
                <a:ea typeface="Google Sans Flex"/>
                <a:cs typeface="Google Sans Flex"/>
              </a:defRPr>
            </a:pPr>
            <a:r>
              <a:rPr sz="1275">
                <a:solidFill>
                  <a:srgbClr val="26211E"/>
                </a:solidFill>
                <a:latin typeface="Google Sans Flex"/>
                <a:ea typeface="Google Sans Flex"/>
                <a:cs typeface="Google Sans Flex"/>
              </a:rPr>
              <a:t>6  Participant chooses</a:t>
            </a:r>
          </a:p>
          <a:p xmlns:a="http://schemas.openxmlformats.org/drawingml/2006/main">
            <a:pPr algn="ctr">
              <a:defRPr sz="1275">
                <a:solidFill>
                  <a:srgbClr val="26211E"/>
                </a:solidFill>
                <a:latin typeface="Google Sans Flex"/>
                <a:ea typeface="Google Sans Flex"/>
                <a:cs typeface="Google Sans Flex"/>
              </a:defRPr>
            </a:pPr>
            <a:r>
              <a:rPr sz="1275">
                <a:solidFill>
                  <a:srgbClr val="26211E"/>
                </a:solidFill>
                <a:latin typeface="Google Sans Flex"/>
                <a:ea typeface="Google Sans Flex"/>
                <a:cs typeface="Google Sans Flex"/>
              </a:rPr>
              <a:t>Accept / decline + preparation</a:t>
            </a:r>
          </a:p>
        </p:txBody>
      </p:sp>
      <p:sp>
        <p:nvSpPr>
          <p:cNvPr id="111" name="">
            <a:extLst xmlns:a="http://schemas.openxmlformats.org/drawingml/2006/main">
              <a:ext uri="{FF2B5EF4-FFF2-40B4-BE49-F238E27FC236}">
                <a16:creationId xmlns:a16="http://schemas.microsoft.com/office/drawing/2014/main" id="{C322018E-7B0C-42BE-BC34-634944BB50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1950" y="3943350"/>
            <a:ext cx="84201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A9422A"/>
                </a:solidFill>
                <a:latin typeface="Google Sans Flex"/>
                <a:ea typeface="Google Sans Flex"/>
                <a:cs typeface="Google Sans Flex"/>
              </a:defRPr>
            </a:pPr>
            <a:r>
              <a:rPr sz="1350" b="1">
                <a:solidFill>
                  <a:srgbClr val="A9422A"/>
                </a:solidFill>
                <a:latin typeface="Google Sans Flex"/>
                <a:ea typeface="Google Sans Flex"/>
                <a:cs typeface="Google Sans Flex"/>
              </a:rPr>
              <a:t>High or uncertain review signals → excluded from routine matching for individual review.</a:t>
            </a:r>
          </a:p>
        </p:txBody>
      </p:sp>
      <p:sp>
        <p:nvSpPr>
          <p:cNvPr id="112" name="">
            <a:extLst xmlns:a="http://schemas.openxmlformats.org/drawingml/2006/main">
              <a:ext uri="{FF2B5EF4-FFF2-40B4-BE49-F238E27FC236}">
                <a16:creationId xmlns:a16="http://schemas.microsoft.com/office/drawing/2014/main" id="{13024E9C-8B49-408F-AC3B-F525D30621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1950" y="4410075"/>
            <a:ext cx="84201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200" b="0">
                <a:solidFill>
                  <a:srgbClr val="665D57"/>
                </a:solidFill>
                <a:latin typeface="Google Sans Flex"/>
                <a:ea typeface="Google Sans Flex"/>
                <a:cs typeface="Google Sans Flex"/>
              </a:defRPr>
            </a:pPr>
            <a:r>
              <a:rPr sz="1200" b="0">
                <a:solidFill>
                  <a:srgbClr val="665D57"/>
                </a:solidFill>
                <a:latin typeface="Google Sans Flex"/>
                <a:ea typeface="Google Sans Flex"/>
                <a:cs typeface="Google Sans Flex"/>
              </a:rPr>
              <a:t>AI supports preparation; it does not diagnose, deliver therapy or make the final placement.</a:t>
            </a:r>
          </a:p>
        </p:txBody>
      </p:sp>
    </p:spTree>
    <p:extLst>
      <p:ext uri="{BB962C8B-B14F-4D97-AF65-F5344CB8AC3E}">
        <p14:creationId xmlns:p14="http://schemas.microsoft.com/office/powerpoint/2010/main" val="181371065"/>
      </p:ext>
    </p:extLst>
  </p:cSld>
</p:sld>
</file>

<file path=ppt/slides/slide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13" name="Google Shape;100;p19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89f099f7c09e40c6">
            <a:alphaModFix/>
          </a:blip>
          <a:srcRect xmlns:a="http://schemas.openxmlformats.org/drawingml/2006/main" l="0" t="0" r="0" b="98001"/>
          <a:stretch xmlns:a="http://schemas.openxmlformats.org/drawingml/2006/main"/>
        </p:blipFill>
        <p:spPr>
          <a:xfrm xmlns:a="http://schemas.openxmlformats.org/drawingml/2006/main">
            <a:off x="0" y="5093562"/>
            <a:ext cx="9144000" cy="54275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  <p:pic>
        <p:nvPicPr>
          <p:cNvPr id="114" name="Google Shape;101;p19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909d0f9a2b8443e">
            <a:alphaModFix/>
          </a:blip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1"/>
            <a:ext cx="9144000" cy="507359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  <p:sp>
        <p:nvSpPr>
          <p:cNvPr id="102" name="Google Shape;102;p19">
            <a:extLst xmlns:a="http://schemas.openxmlformats.org/drawingml/2006/main">
              <a:ext uri="{FF2B5EF4-FFF2-40B4-BE49-F238E27FC236}">
                <a16:creationId xmlns:a16="http://schemas.microsoft.com/office/drawing/2014/main" id="{80189D74-9C8E-49E7-9D49-B43FF294CB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-29250" y="5071875"/>
            <a:ext cx="9173400" cy="97800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dk1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lv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3" name="Google Shape;103;p19">
            <a:extLst xmlns:a="http://schemas.openxmlformats.org/drawingml/2006/main">
              <a:ext uri="{FF2B5EF4-FFF2-40B4-BE49-F238E27FC236}">
                <a16:creationId xmlns:a16="http://schemas.microsoft.com/office/drawing/2014/main" id="{F147AD7A-D72A-4BB1-B885-F6FEE46C8C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5350" y="663825"/>
            <a:ext cx="8943000" cy="561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t">
            <a:noAutofit/>
          </a:bodyPr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sz="1600">
                <a:latin typeface="Google Sans Flex Medium"/>
                <a:ea typeface="Google Sans Flex Medium"/>
                <a:cs typeface="Google Sans Flex Medium"/>
              </a:rPr>
              <a:t>Wireframes/Mock diagrams of the proposed solution (optional)</a:t>
            </a:r>
            <a:endParaRPr sz="1600">
              <a:latin typeface="Google Sans Flex Medium"/>
              <a:ea typeface="Google Sans Flex Medium"/>
              <a:cs typeface="Google Sans Flex Medium"/>
            </a:endParaRPr>
          </a:p>
        </p:txBody>
      </p:sp>
      <p:sp>
        <p:nvSpPr>
          <p:cNvPr id="106" name="">
            <a:extLst xmlns:a="http://schemas.openxmlformats.org/drawingml/2006/main">
              <a:ext uri="{FF2B5EF4-FFF2-40B4-BE49-F238E27FC236}">
                <a16:creationId xmlns:a16="http://schemas.microsoft.com/office/drawing/2014/main" id="{0184F284-0151-4C0A-BCB2-DF14E13BA7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1950" y="4857750"/>
            <a:ext cx="7429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825" b="0">
                <a:solidFill>
                  <a:srgbClr val="665D57"/>
                </a:solidFill>
                <a:latin typeface="Google Sans Flex"/>
                <a:ea typeface="Google Sans Flex"/>
                <a:cs typeface="Google Sans Flex"/>
              </a:defRPr>
            </a:pPr>
            <a:r>
              <a:rPr sz="825" b="0">
                <a:solidFill>
                  <a:srgbClr val="665D57"/>
                </a:solidFill>
                <a:latin typeface="Google Sans Flex"/>
                <a:ea typeface="Google Sans Flex"/>
                <a:cs typeface="Google Sans Flex"/>
              </a:rPr>
              <a:t>MODEL CITIZENS  /  PROJECT IRENE</a:t>
            </a:r>
          </a:p>
        </p:txBody>
      </p:sp>
      <p:sp>
        <p:nvSpPr>
          <p:cNvPr id="107" name="">
            <a:extLst xmlns:a="http://schemas.openxmlformats.org/drawingml/2006/main">
              <a:ext uri="{FF2B5EF4-FFF2-40B4-BE49-F238E27FC236}">
                <a16:creationId xmlns:a16="http://schemas.microsoft.com/office/drawing/2014/main" id="{A0849D37-9AAB-4BAD-8342-5F92E79B40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96300" y="4857750"/>
            <a:ext cx="285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825" b="0">
                <a:solidFill>
                  <a:srgbClr val="665D57"/>
                </a:solidFill>
                <a:latin typeface="Google Sans Flex"/>
                <a:ea typeface="Google Sans Flex"/>
                <a:cs typeface="Google Sans Flex"/>
              </a:defRPr>
            </a:pPr>
            <a:r>
              <a:rPr sz="825" b="0">
                <a:solidFill>
                  <a:srgbClr val="665D57"/>
                </a:solidFill>
                <a:latin typeface="Google Sans Flex"/>
                <a:ea typeface="Google Sans Flex"/>
                <a:cs typeface="Google Sans Flex"/>
              </a:rPr>
              <a:t>07</a:t>
            </a:r>
          </a:p>
        </p:txBody>
      </p:sp>
      <p:sp>
        <p:nvSpPr>
          <p:cNvPr id="108" name="">
            <a:extLst xmlns:a="http://schemas.openxmlformats.org/drawingml/2006/main">
              <a:ext uri="{FF2B5EF4-FFF2-40B4-BE49-F238E27FC236}">
                <a16:creationId xmlns:a16="http://schemas.microsoft.com/office/drawing/2014/main" id="{24ABF39D-77AF-45C8-BFC5-5A97442AD4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1950" y="1228725"/>
            <a:ext cx="84201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425" b="1">
                <a:solidFill>
                  <a:srgbClr val="A9422A"/>
                </a:solidFill>
                <a:latin typeface="Google Sans Flex"/>
                <a:ea typeface="Google Sans Flex"/>
                <a:cs typeface="Google Sans Flex"/>
              </a:defRPr>
            </a:pPr>
            <a:r>
              <a:rPr sz="1425" b="1">
                <a:solidFill>
                  <a:srgbClr val="A9422A"/>
                </a:solidFill>
                <a:latin typeface="Google Sans Flex"/>
                <a:ea typeface="Google Sans Flex"/>
                <a:cs typeface="Google Sans Flex"/>
              </a:rPr>
              <a:t>Built interface: a calm first step, with control over what happens next.</a:t>
            </a:r>
          </a:p>
        </p:txBody>
      </p:sp>
      <p:pic>
        <p:nvPicPr>
          <p:cNvPr id="120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11abb81e0b0459a"/>
          <a:srcRect xmlns:a="http://schemas.openxmlformats.org/drawingml/2006/main" l="25000" t="17000" r="2500" b="0"/>
          <a:stretch xmlns:a="http://schemas.openxmlformats.org/drawingml/2006/main"/>
        </p:blipFill>
        <p:spPr>
          <a:xfrm xmlns:a="http://schemas.openxmlformats.org/drawingml/2006/main">
            <a:off x="1058921" y="1638300"/>
            <a:ext cx="2644657" cy="2600325"/>
          </a:xfrm>
          <a:prstGeom xmlns:a="http://schemas.openxmlformats.org/drawingml/2006/main" prst="rect">
            <a:avLst/>
          </a:prstGeom>
        </p:spPr>
      </p:pic>
      <p:pic>
        <p:nvPicPr>
          <p:cNvPr id="12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39a6006c9484087"/>
          <a:srcRect xmlns:a="http://schemas.openxmlformats.org/drawingml/2006/main" l="25000" t="7000" r="2500" b="1500"/>
          <a:stretch xmlns:a="http://schemas.openxmlformats.org/drawingml/2006/main"/>
        </p:blipFill>
        <p:spPr>
          <a:xfrm xmlns:a="http://schemas.openxmlformats.org/drawingml/2006/main">
            <a:off x="5553500" y="1638300"/>
            <a:ext cx="2399451" cy="2600325"/>
          </a:xfrm>
          <a:prstGeom xmlns:a="http://schemas.openxmlformats.org/drawingml/2006/main" prst="rect">
            <a:avLst/>
          </a:prstGeom>
        </p:spPr>
      </p:pic>
      <p:sp>
        <p:nvSpPr>
          <p:cNvPr id="111" name="">
            <a:extLst xmlns:a="http://schemas.openxmlformats.org/drawingml/2006/main">
              <a:ext uri="{FF2B5EF4-FFF2-40B4-BE49-F238E27FC236}">
                <a16:creationId xmlns:a16="http://schemas.microsoft.com/office/drawing/2014/main" id="{E2500602-4EE0-42B7-B523-2907BC6574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1950" y="4324350"/>
            <a:ext cx="403860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275" b="1">
                <a:solidFill>
                  <a:srgbClr val="26211E"/>
                </a:solidFill>
                <a:latin typeface="Google Sans Flex"/>
                <a:ea typeface="Google Sans Flex"/>
                <a:cs typeface="Google Sans Flex"/>
              </a:defRPr>
            </a:pPr>
            <a:r>
              <a:rPr sz="1275" b="1">
                <a:solidFill>
                  <a:srgbClr val="26211E"/>
                </a:solidFill>
                <a:latin typeface="Google Sans Flex"/>
                <a:ea typeface="Google Sans Flex"/>
                <a:cs typeface="Google Sans Flex"/>
              </a:rPr>
              <a:t>Preferences before disclosure</a:t>
            </a:r>
          </a:p>
        </p:txBody>
      </p:sp>
      <p:sp>
        <p:nvSpPr>
          <p:cNvPr id="112" name="">
            <a:extLst xmlns:a="http://schemas.openxmlformats.org/drawingml/2006/main">
              <a:ext uri="{FF2B5EF4-FFF2-40B4-BE49-F238E27FC236}">
                <a16:creationId xmlns:a16="http://schemas.microsoft.com/office/drawing/2014/main" id="{635B2ABA-702F-47D3-9081-642DED0163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24400" y="4324350"/>
            <a:ext cx="405765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275" b="1">
                <a:solidFill>
                  <a:srgbClr val="26211E"/>
                </a:solidFill>
                <a:latin typeface="Google Sans Flex"/>
                <a:ea typeface="Google Sans Flex"/>
                <a:cs typeface="Google Sans Flex"/>
              </a:defRPr>
            </a:pPr>
            <a:r>
              <a:rPr sz="1275" b="1">
                <a:solidFill>
                  <a:srgbClr val="26211E"/>
                </a:solidFill>
                <a:latin typeface="Google Sans Flex"/>
                <a:ea typeface="Google Sans Flex"/>
                <a:cs typeface="Google Sans Flex"/>
              </a:rPr>
              <a:t>An editable summary before sharing</a:t>
            </a:r>
          </a:p>
        </p:txBody>
      </p:sp>
    </p:spTree>
    <p:extLst>
      <p:ext uri="{BB962C8B-B14F-4D97-AF65-F5344CB8AC3E}">
        <p14:creationId xmlns:p14="http://schemas.microsoft.com/office/powerpoint/2010/main" val="1350583869"/>
      </p:ext>
    </p:extLst>
  </p:cSld>
</p:sld>
</file>

<file path=ppt/slides/slide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cxnSp>
        <p:nvCxnSpPr>
          <p:cNvPr id="127" name=""/>
          <p:cNvCxnSpPr>
            <a:stCxn xmlns:a="http://schemas.openxmlformats.org/drawingml/2006/main" id="122" idx="0"/>
            <a:endCxn xmlns:a="http://schemas.openxmlformats.org/drawingml/2006/main" id="117" idx="2"/>
          </p:cNvCxnSpPr>
          <p:nvPr/>
        </p:nvCxnSpPr>
        <p:spPr>
          <a:xfrm xmlns:a="http://schemas.openxmlformats.org/drawingml/2006/main" flipV="1">
            <a:off x="4591050" y="2438400"/>
            <a:ext cx="0" cy="485775"/>
          </a:xfrm>
          <a:prstGeom xmlns:a="http://schemas.openxmlformats.org/drawingml/2006/main" prst="straightConnector1">
            <a:avLst/>
          </a:prstGeom>
          <a:ln xmlns:a="http://schemas.openxmlformats.org/drawingml/2006/main" w="14288">
            <a:solidFill>
              <a:srgbClr val="665D57"/>
            </a:solidFill>
            <a:tailEnd type="triangle" w="sm" len="sm"/>
          </a:ln>
        </p:spPr>
      </p:cxnSp>
      <p:cxnSp>
        <p:nvCxnSpPr>
          <p:cNvPr id="128" name=""/>
          <p:cNvCxnSpPr>
            <a:stCxn xmlns:a="http://schemas.openxmlformats.org/drawingml/2006/main" id="117" idx="3"/>
            <a:endCxn xmlns:a="http://schemas.openxmlformats.org/drawingml/2006/main" id="121" idx="1"/>
          </p:cNvCxnSpPr>
          <p:nvPr/>
        </p:nvCxnSpPr>
        <p:spPr>
          <a:xfrm xmlns:a="http://schemas.openxmlformats.org/drawingml/2006/main">
            <a:off x="5829300" y="1952625"/>
            <a:ext cx="742950" cy="1419225"/>
          </a:xfrm>
          <a:prstGeom xmlns:a="http://schemas.openxmlformats.org/drawingml/2006/main" prst="straightConnector1">
            <a:avLst/>
          </a:prstGeom>
          <a:ln xmlns:a="http://schemas.openxmlformats.org/drawingml/2006/main" w="14288">
            <a:solidFill>
              <a:srgbClr val="665D57"/>
            </a:solidFill>
            <a:tailEnd type="triangle" w="sm" len="sm"/>
          </a:ln>
        </p:spPr>
      </p:cxnSp>
      <p:cxnSp>
        <p:nvCxnSpPr>
          <p:cNvPr id="129" name=""/>
          <p:cNvCxnSpPr>
            <a:stCxn xmlns:a="http://schemas.openxmlformats.org/drawingml/2006/main" id="117" idx="3"/>
            <a:endCxn xmlns:a="http://schemas.openxmlformats.org/drawingml/2006/main" id="118" idx="1"/>
          </p:cNvCxnSpPr>
          <p:nvPr/>
        </p:nvCxnSpPr>
        <p:spPr>
          <a:xfrm xmlns:a="http://schemas.openxmlformats.org/drawingml/2006/main" flipV="1">
            <a:off x="5829300" y="1838325"/>
            <a:ext cx="742950" cy="114300"/>
          </a:xfrm>
          <a:prstGeom xmlns:a="http://schemas.openxmlformats.org/drawingml/2006/main" prst="straightConnector1">
            <a:avLst/>
          </a:prstGeom>
          <a:ln xmlns:a="http://schemas.openxmlformats.org/drawingml/2006/main" w="14288">
            <a:solidFill>
              <a:srgbClr val="665D57"/>
            </a:solidFill>
            <a:tailEnd type="triangle" w="sm" len="sm"/>
          </a:ln>
        </p:spPr>
      </p:cxnSp>
      <p:cxnSp>
        <p:nvCxnSpPr>
          <p:cNvPr id="130" name=""/>
          <p:cNvCxnSpPr>
            <a:stCxn xmlns:a="http://schemas.openxmlformats.org/drawingml/2006/main" id="116" idx="3"/>
            <a:endCxn xmlns:a="http://schemas.openxmlformats.org/drawingml/2006/main" id="117" idx="1"/>
          </p:cNvCxnSpPr>
          <p:nvPr/>
        </p:nvCxnSpPr>
        <p:spPr>
          <a:xfrm xmlns:a="http://schemas.openxmlformats.org/drawingml/2006/main">
            <a:off x="2609850" y="1952625"/>
            <a:ext cx="742950" cy="0"/>
          </a:xfrm>
          <a:prstGeom xmlns:a="http://schemas.openxmlformats.org/drawingml/2006/main" prst="straightConnector1">
            <a:avLst/>
          </a:prstGeom>
          <a:ln xmlns:a="http://schemas.openxmlformats.org/drawingml/2006/main" w="14288">
            <a:solidFill>
              <a:srgbClr val="665D57"/>
            </a:solidFill>
            <a:tailEnd type="triangle" w="sm" len="sm"/>
          </a:ln>
        </p:spPr>
      </p:cxnSp>
      <p:pic>
        <p:nvPicPr>
          <p:cNvPr id="131" name="Google Shape;108;p2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88b3f93de5ca4f63">
            <a:alphaModFix/>
          </a:blip>
          <a:srcRect xmlns:a="http://schemas.openxmlformats.org/drawingml/2006/main" l="0" t="0" r="0" b="98001"/>
          <a:stretch xmlns:a="http://schemas.openxmlformats.org/drawingml/2006/main"/>
        </p:blipFill>
        <p:spPr>
          <a:xfrm xmlns:a="http://schemas.openxmlformats.org/drawingml/2006/main">
            <a:off x="0" y="5093562"/>
            <a:ext cx="9144000" cy="54275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  <p:pic>
        <p:nvPicPr>
          <p:cNvPr id="132" name="Google Shape;109;p2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8ae25838f1a45b6">
            <a:alphaModFix/>
          </a:blip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1"/>
            <a:ext cx="9144000" cy="507359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  <p:sp>
        <p:nvSpPr>
          <p:cNvPr id="110" name="Google Shape;110;p20">
            <a:extLst xmlns:a="http://schemas.openxmlformats.org/drawingml/2006/main">
              <a:ext uri="{FF2B5EF4-FFF2-40B4-BE49-F238E27FC236}">
                <a16:creationId xmlns:a16="http://schemas.microsoft.com/office/drawing/2014/main" id="{65F039D7-3BDE-46EF-9D2B-90889082F4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-29250" y="5071875"/>
            <a:ext cx="9173400" cy="97800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dk1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lv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20">
            <a:extLst xmlns:a="http://schemas.openxmlformats.org/drawingml/2006/main">
              <a:ext uri="{FF2B5EF4-FFF2-40B4-BE49-F238E27FC236}">
                <a16:creationId xmlns:a16="http://schemas.microsoft.com/office/drawing/2014/main" id="{77C40374-B0E7-42F3-B115-09882DD7EC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5350" y="663825"/>
            <a:ext cx="8943000" cy="561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t">
            <a:noAutofit/>
          </a:bodyPr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sz="1600">
                <a:latin typeface="Google Sans Flex Medium"/>
                <a:ea typeface="Google Sans Flex Medium"/>
                <a:cs typeface="Google Sans Flex Medium"/>
              </a:rPr>
              <a:t>Architecture diagram of the proposed solution</a:t>
            </a:r>
            <a:endParaRPr sz="1600">
              <a:latin typeface="Google Sans Flex Medium"/>
              <a:ea typeface="Google Sans Flex Medium"/>
              <a:cs typeface="Google Sans Flex Medium"/>
            </a:endParaRPr>
          </a:p>
        </p:txBody>
      </p:sp>
      <p:sp>
        <p:nvSpPr>
          <p:cNvPr id="114" name="">
            <a:extLst xmlns:a="http://schemas.openxmlformats.org/drawingml/2006/main">
              <a:ext uri="{FF2B5EF4-FFF2-40B4-BE49-F238E27FC236}">
                <a16:creationId xmlns:a16="http://schemas.microsoft.com/office/drawing/2014/main" id="{478009B8-5321-449E-9A79-C0F0081786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1950" y="4857750"/>
            <a:ext cx="7429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825" b="0">
                <a:solidFill>
                  <a:srgbClr val="665D57"/>
                </a:solidFill>
                <a:latin typeface="Google Sans Flex"/>
                <a:ea typeface="Google Sans Flex"/>
                <a:cs typeface="Google Sans Flex"/>
              </a:defRPr>
            </a:pPr>
            <a:r>
              <a:rPr sz="825" b="0">
                <a:solidFill>
                  <a:srgbClr val="665D57"/>
                </a:solidFill>
                <a:latin typeface="Google Sans Flex"/>
                <a:ea typeface="Google Sans Flex"/>
                <a:cs typeface="Google Sans Flex"/>
              </a:rPr>
              <a:t>MODEL CITIZENS  /  PROJECT IRENE</a:t>
            </a:r>
          </a:p>
        </p:txBody>
      </p:sp>
      <p:sp>
        <p:nvSpPr>
          <p:cNvPr id="115" name="">
            <a:extLst xmlns:a="http://schemas.openxmlformats.org/drawingml/2006/main">
              <a:ext uri="{FF2B5EF4-FFF2-40B4-BE49-F238E27FC236}">
                <a16:creationId xmlns:a16="http://schemas.microsoft.com/office/drawing/2014/main" id="{CE266339-F343-40A9-8810-0B7ABC9B4A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96300" y="4857750"/>
            <a:ext cx="285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825" b="0">
                <a:solidFill>
                  <a:srgbClr val="665D57"/>
                </a:solidFill>
                <a:latin typeface="Google Sans Flex"/>
                <a:ea typeface="Google Sans Flex"/>
                <a:cs typeface="Google Sans Flex"/>
              </a:defRPr>
            </a:pPr>
            <a:r>
              <a:rPr sz="825" b="0">
                <a:solidFill>
                  <a:srgbClr val="665D57"/>
                </a:solidFill>
                <a:latin typeface="Google Sans Flex"/>
                <a:ea typeface="Google Sans Flex"/>
                <a:cs typeface="Google Sans Flex"/>
              </a:rPr>
              <a:t>08</a:t>
            </a:r>
          </a:p>
        </p:txBody>
      </p:sp>
      <p:sp>
        <p:nvSpPr>
          <p:cNvPr id="116" name="">
            <a:extLst xmlns:a="http://schemas.openxmlformats.org/drawingml/2006/main">
              <a:ext uri="{FF2B5EF4-FFF2-40B4-BE49-F238E27FC236}">
                <a16:creationId xmlns:a16="http://schemas.microsoft.com/office/drawing/2014/main" id="{5CA19BC8-B1D4-43BA-8B02-05A6C383A0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1950" y="1562100"/>
            <a:ext cx="224790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6F1"/>
          </a:solidFill>
          <a:ln xmlns:a="http://schemas.openxmlformats.org/drawingml/2006/main" w="9525">
            <a:solidFill>
              <a:srgbClr val="CCBDB4"/>
            </a:solidFill>
          </a:ln>
        </p:spPr>
        <p:txBody>
          <a:bodyPr xmlns:a="http://schemas.openxmlformats.org/drawingml/2006/main" lIns="114300" tIns="76200" rIns="114300" bIns="7620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275">
                <a:solidFill>
                  <a:srgbClr val="26211E"/>
                </a:solidFill>
                <a:latin typeface="Google Sans Flex"/>
                <a:ea typeface="Google Sans Flex"/>
                <a:cs typeface="Google Sans Flex"/>
              </a:defRPr>
            </a:pPr>
            <a:r>
              <a:rPr sz="1275">
                <a:solidFill>
                  <a:srgbClr val="26211E"/>
                </a:solidFill>
                <a:latin typeface="Google Sans Flex"/>
                <a:ea typeface="Google Sans Flex"/>
                <a:cs typeface="Google Sans Flex"/>
              </a:rPr>
              <a:t>Firebase Hosting</a:t>
            </a:r>
          </a:p>
          <a:p xmlns:a="http://schemas.openxmlformats.org/drawingml/2006/main">
            <a:pPr algn="ctr">
              <a:defRPr sz="1275">
                <a:solidFill>
                  <a:srgbClr val="26211E"/>
                </a:solidFill>
                <a:latin typeface="Google Sans Flex"/>
                <a:ea typeface="Google Sans Flex"/>
                <a:cs typeface="Google Sans Flex"/>
              </a:defRPr>
            </a:pPr>
            <a:r>
              <a:rPr sz="1275">
                <a:solidFill>
                  <a:srgbClr val="26211E"/>
                </a:solidFill>
                <a:latin typeface="Google Sans Flex"/>
                <a:ea typeface="Google Sans Flex"/>
                <a:cs typeface="Google Sans Flex"/>
              </a:rPr>
              <a:t>React / Vite web app</a:t>
            </a:r>
          </a:p>
        </p:txBody>
      </p:sp>
      <p:sp>
        <p:nvSpPr>
          <p:cNvPr id="117" name="">
            <a:extLst xmlns:a="http://schemas.openxmlformats.org/drawingml/2006/main">
              <a:ext uri="{FF2B5EF4-FFF2-40B4-BE49-F238E27FC236}">
                <a16:creationId xmlns:a16="http://schemas.microsoft.com/office/drawing/2014/main" id="{B4DC9FD9-97D6-40BE-B843-B4C12E5FE1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52800" y="1466850"/>
            <a:ext cx="2476500" cy="971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6F1"/>
          </a:solidFill>
          <a:ln xmlns:a="http://schemas.openxmlformats.org/drawingml/2006/main" w="9525">
            <a:solidFill>
              <a:srgbClr val="CCBDB4"/>
            </a:solidFill>
          </a:ln>
        </p:spPr>
        <p:txBody>
          <a:bodyPr xmlns:a="http://schemas.openxmlformats.org/drawingml/2006/main" lIns="114300" tIns="76200" rIns="114300" bIns="7620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275">
                <a:solidFill>
                  <a:srgbClr val="26211E"/>
                </a:solidFill>
                <a:latin typeface="Google Sans Flex"/>
                <a:ea typeface="Google Sans Flex"/>
                <a:cs typeface="Google Sans Flex"/>
              </a:defRPr>
            </a:pPr>
            <a:r>
              <a:rPr sz="1275">
                <a:solidFill>
                  <a:srgbClr val="26211E"/>
                </a:solidFill>
                <a:latin typeface="Google Sans Flex"/>
                <a:ea typeface="Google Sans Flex"/>
                <a:cs typeface="Google Sans Flex"/>
              </a:rPr>
              <a:t>Cloud Run</a:t>
            </a:r>
          </a:p>
          <a:p xmlns:a="http://schemas.openxmlformats.org/drawingml/2006/main">
            <a:pPr algn="ctr">
              <a:defRPr sz="1275">
                <a:solidFill>
                  <a:srgbClr val="26211E"/>
                </a:solidFill>
                <a:latin typeface="Google Sans Flex"/>
                <a:ea typeface="Google Sans Flex"/>
                <a:cs typeface="Google Sans Flex"/>
              </a:defRPr>
            </a:pPr>
            <a:r>
              <a:rPr sz="1275">
                <a:solidFill>
                  <a:srgbClr val="26211E"/>
                </a:solidFill>
                <a:latin typeface="Google Sans Flex"/>
                <a:ea typeface="Google Sans Flex"/>
                <a:cs typeface="Google Sans Flex"/>
              </a:rPr>
              <a:t>Java / Spring Boot API</a:t>
            </a:r>
          </a:p>
          <a:p xmlns:a="http://schemas.openxmlformats.org/drawingml/2006/main">
            <a:pPr algn="ctr">
              <a:defRPr sz="1275">
                <a:solidFill>
                  <a:srgbClr val="26211E"/>
                </a:solidFill>
                <a:latin typeface="Google Sans Flex"/>
                <a:ea typeface="Google Sans Flex"/>
                <a:cs typeface="Google Sans Flex"/>
              </a:defRPr>
            </a:pPr>
            <a:r>
              <a:rPr sz="1275">
                <a:solidFill>
                  <a:srgbClr val="26211E"/>
                </a:solidFill>
                <a:latin typeface="Google Sans Flex"/>
                <a:ea typeface="Google Sans Flex"/>
                <a:cs typeface="Google Sans Flex"/>
              </a:rPr>
              <a:t>JWT + role / ownership checks</a:t>
            </a:r>
          </a:p>
        </p:txBody>
      </p:sp>
      <p:sp>
        <p:nvSpPr>
          <p:cNvPr id="118" name="">
            <a:extLst xmlns:a="http://schemas.openxmlformats.org/drawingml/2006/main">
              <a:ext uri="{FF2B5EF4-FFF2-40B4-BE49-F238E27FC236}">
                <a16:creationId xmlns:a16="http://schemas.microsoft.com/office/drawing/2014/main" id="{54938F13-ABA8-484A-AB43-7E816CD9C1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1362075"/>
            <a:ext cx="2209800" cy="95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6F1"/>
          </a:solidFill>
          <a:ln xmlns:a="http://schemas.openxmlformats.org/drawingml/2006/main" w="9525">
            <a:solidFill>
              <a:srgbClr val="CCBDB4"/>
            </a:solidFill>
          </a:ln>
        </p:spPr>
        <p:txBody>
          <a:bodyPr xmlns:a="http://schemas.openxmlformats.org/drawingml/2006/main" lIns="114300" tIns="76200" rIns="114300" bIns="7620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275">
                <a:solidFill>
                  <a:srgbClr val="26211E"/>
                </a:solidFill>
                <a:latin typeface="Google Sans Flex"/>
                <a:ea typeface="Google Sans Flex"/>
                <a:cs typeface="Google Sans Flex"/>
              </a:defRPr>
            </a:pPr>
            <a:r>
              <a:rPr sz="1275">
                <a:solidFill>
                  <a:srgbClr val="26211E"/>
                </a:solidFill>
                <a:latin typeface="Google Sans Flex"/>
                <a:ea typeface="Google Sans Flex"/>
                <a:cs typeface="Google Sans Flex"/>
              </a:rPr>
              <a:t>Gemini API</a:t>
            </a:r>
          </a:p>
          <a:p xmlns:a="http://schemas.openxmlformats.org/drawingml/2006/main">
            <a:pPr algn="ctr">
              <a:defRPr sz="1275">
                <a:solidFill>
                  <a:srgbClr val="26211E"/>
                </a:solidFill>
                <a:latin typeface="Google Sans Flex"/>
                <a:ea typeface="Google Sans Flex"/>
                <a:cs typeface="Google Sans Flex"/>
              </a:defRPr>
            </a:pPr>
            <a:r>
              <a:rPr sz="1275">
                <a:solidFill>
                  <a:srgbClr val="26211E"/>
                </a:solidFill>
                <a:latin typeface="Google Sans Flex"/>
                <a:ea typeface="Google Sans Flex"/>
                <a:cs typeface="Google Sans Flex"/>
              </a:rPr>
              <a:t>Intake + preparation drafts</a:t>
            </a:r>
          </a:p>
          <a:p xmlns:a="http://schemas.openxmlformats.org/drawingml/2006/main">
            <a:pPr algn="ctr">
              <a:defRPr sz="1275">
                <a:solidFill>
                  <a:srgbClr val="26211E"/>
                </a:solidFill>
                <a:latin typeface="Google Sans Flex"/>
                <a:ea typeface="Google Sans Flex"/>
                <a:cs typeface="Google Sans Flex"/>
              </a:defRPr>
            </a:pPr>
            <a:r>
              <a:rPr sz="1275">
                <a:solidFill>
                  <a:srgbClr val="26211E"/>
                </a:solidFill>
                <a:latin typeface="Google Sans Flex"/>
                <a:ea typeface="Google Sans Flex"/>
                <a:cs typeface="Google Sans Flex"/>
              </a:rPr>
              <a:t>Embeddings for similarity</a:t>
            </a:r>
          </a:p>
        </p:txBody>
      </p:sp>
      <p:sp>
        <p:nvSpPr>
          <p:cNvPr id="121" name="">
            <a:extLst xmlns:a="http://schemas.openxmlformats.org/drawingml/2006/main">
              <a:ext uri="{FF2B5EF4-FFF2-40B4-BE49-F238E27FC236}">
                <a16:creationId xmlns:a16="http://schemas.microsoft.com/office/drawing/2014/main" id="{6D7C62AE-EBE1-4080-A4C8-D7FEB0A8B6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2924175"/>
            <a:ext cx="2209800" cy="895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6F1"/>
          </a:solidFill>
          <a:ln xmlns:a="http://schemas.openxmlformats.org/drawingml/2006/main" w="9525">
            <a:solidFill>
              <a:srgbClr val="CCBDB4"/>
            </a:solidFill>
          </a:ln>
        </p:spPr>
        <p:txBody>
          <a:bodyPr xmlns:a="http://schemas.openxmlformats.org/drawingml/2006/main" lIns="114300" tIns="76200" rIns="114300" bIns="7620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275">
                <a:solidFill>
                  <a:srgbClr val="26211E"/>
                </a:solidFill>
                <a:latin typeface="Google Sans Flex"/>
                <a:ea typeface="Google Sans Flex"/>
                <a:cs typeface="Google Sans Flex"/>
              </a:defRPr>
            </a:pPr>
            <a:r>
              <a:rPr sz="1275">
                <a:solidFill>
                  <a:srgbClr val="26211E"/>
                </a:solidFill>
                <a:latin typeface="Google Sans Flex"/>
                <a:ea typeface="Google Sans Flex"/>
                <a:cs typeface="Google Sans Flex"/>
              </a:rPr>
              <a:t>Supabase PostgreSQL</a:t>
            </a:r>
          </a:p>
          <a:p xmlns:a="http://schemas.openxmlformats.org/drawingml/2006/main">
            <a:pPr algn="ctr">
              <a:defRPr sz="1275">
                <a:solidFill>
                  <a:srgbClr val="26211E"/>
                </a:solidFill>
                <a:latin typeface="Google Sans Flex"/>
                <a:ea typeface="Google Sans Flex"/>
                <a:cs typeface="Google Sans Flex"/>
              </a:defRPr>
            </a:pPr>
            <a:r>
              <a:rPr sz="1275">
                <a:solidFill>
                  <a:srgbClr val="26211E"/>
                </a:solidFill>
                <a:latin typeface="Google Sans Flex"/>
                <a:ea typeface="Google Sans Flex"/>
                <a:cs typeface="Google Sans Flex"/>
              </a:rPr>
              <a:t>Restricted application role</a:t>
            </a:r>
          </a:p>
          <a:p xmlns:a="http://schemas.openxmlformats.org/drawingml/2006/main">
            <a:pPr algn="ctr">
              <a:defRPr sz="1275">
                <a:solidFill>
                  <a:srgbClr val="26211E"/>
                </a:solidFill>
                <a:latin typeface="Google Sans Flex"/>
                <a:ea typeface="Google Sans Flex"/>
                <a:cs typeface="Google Sans Flex"/>
              </a:defRPr>
            </a:pPr>
            <a:r>
              <a:rPr sz="1275">
                <a:solidFill>
                  <a:srgbClr val="26211E"/>
                </a:solidFill>
                <a:latin typeface="Google Sans Flex"/>
                <a:ea typeface="Google Sans Flex"/>
                <a:cs typeface="Google Sans Flex"/>
              </a:rPr>
              <a:t>Certificate-verified TLS</a:t>
            </a:r>
          </a:p>
        </p:txBody>
      </p:sp>
      <p:sp>
        <p:nvSpPr>
          <p:cNvPr id="122" name="">
            <a:extLst xmlns:a="http://schemas.openxmlformats.org/drawingml/2006/main">
              <a:ext uri="{FF2B5EF4-FFF2-40B4-BE49-F238E27FC236}">
                <a16:creationId xmlns:a16="http://schemas.microsoft.com/office/drawing/2014/main" id="{63DBA83E-2A17-46A4-A35B-9B4E64F7E3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52800" y="2924175"/>
            <a:ext cx="2476500" cy="895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6F1"/>
          </a:solidFill>
          <a:ln xmlns:a="http://schemas.openxmlformats.org/drawingml/2006/main" w="9525">
            <a:solidFill>
              <a:srgbClr val="CCBDB4"/>
            </a:solidFill>
          </a:ln>
        </p:spPr>
        <p:txBody>
          <a:bodyPr xmlns:a="http://schemas.openxmlformats.org/drawingml/2006/main" lIns="114300" tIns="76200" rIns="114300" bIns="7620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275">
                <a:solidFill>
                  <a:srgbClr val="26211E"/>
                </a:solidFill>
                <a:latin typeface="Google Sans Flex"/>
                <a:ea typeface="Google Sans Flex"/>
                <a:cs typeface="Google Sans Flex"/>
              </a:defRPr>
            </a:pPr>
            <a:r>
              <a:rPr sz="1275">
                <a:solidFill>
                  <a:srgbClr val="26211E"/>
                </a:solidFill>
                <a:latin typeface="Google Sans Flex"/>
                <a:ea typeface="Google Sans Flex"/>
                <a:cs typeface="Google Sans Flex"/>
              </a:rPr>
              <a:t>Secret Manager</a:t>
            </a:r>
          </a:p>
          <a:p xmlns:a="http://schemas.openxmlformats.org/drawingml/2006/main">
            <a:pPr algn="ctr">
              <a:defRPr sz="1275">
                <a:solidFill>
                  <a:srgbClr val="26211E"/>
                </a:solidFill>
                <a:latin typeface="Google Sans Flex"/>
                <a:ea typeface="Google Sans Flex"/>
                <a:cs typeface="Google Sans Flex"/>
              </a:defRPr>
            </a:pPr>
            <a:r>
              <a:rPr sz="1275">
                <a:solidFill>
                  <a:srgbClr val="26211E"/>
                </a:solidFill>
                <a:latin typeface="Google Sans Flex"/>
                <a:ea typeface="Google Sans Flex"/>
                <a:cs typeface="Google Sans Flex"/>
              </a:rPr>
              <a:t>Runtime secrets</a:t>
            </a:r>
          </a:p>
          <a:p xmlns:a="http://schemas.openxmlformats.org/drawingml/2006/main">
            <a:pPr algn="ctr">
              <a:defRPr sz="1275">
                <a:solidFill>
                  <a:srgbClr val="26211E"/>
                </a:solidFill>
                <a:latin typeface="Google Sans Flex"/>
                <a:ea typeface="Google Sans Flex"/>
                <a:cs typeface="Google Sans Flex"/>
              </a:defRPr>
            </a:pPr>
            <a:r>
              <a:rPr sz="1275">
                <a:solidFill>
                  <a:srgbClr val="26211E"/>
                </a:solidFill>
                <a:latin typeface="Google Sans Flex"/>
                <a:ea typeface="Google Sans Flex"/>
                <a:cs typeface="Google Sans Flex"/>
              </a:rPr>
              <a:t>Restricted service identity</a:t>
            </a:r>
          </a:p>
        </p:txBody>
      </p:sp>
      <p:sp>
        <p:nvSpPr>
          <p:cNvPr id="125" name="">
            <a:extLst xmlns:a="http://schemas.openxmlformats.org/drawingml/2006/main">
              <a:ext uri="{FF2B5EF4-FFF2-40B4-BE49-F238E27FC236}">
                <a16:creationId xmlns:a16="http://schemas.microsoft.com/office/drawing/2014/main" id="{2E910AAE-DF15-4286-8B69-5EBC83F636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1950" y="4171950"/>
            <a:ext cx="84201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26211E"/>
                </a:solidFill>
                <a:latin typeface="Google Sans Flex"/>
                <a:ea typeface="Google Sans Flex"/>
                <a:cs typeface="Google Sans Flex"/>
              </a:defRPr>
            </a:pPr>
            <a:r>
              <a:rPr sz="1350" b="1">
                <a:solidFill>
                  <a:srgbClr val="26211E"/>
                </a:solidFill>
                <a:latin typeface="Google Sans Flex"/>
                <a:ea typeface="Google Sans Flex"/>
                <a:cs typeface="Google Sans Flex"/>
              </a:rPr>
              <a:t>Cloud Build + Artifact Registry → tested backend container → Cloud Run</a:t>
            </a:r>
          </a:p>
        </p:txBody>
      </p:sp>
      <p:sp>
        <p:nvSpPr>
          <p:cNvPr id="126" name="">
            <a:extLst xmlns:a="http://schemas.openxmlformats.org/drawingml/2006/main">
              <a:ext uri="{FF2B5EF4-FFF2-40B4-BE49-F238E27FC236}">
                <a16:creationId xmlns:a16="http://schemas.microsoft.com/office/drawing/2014/main" id="{F083E1FE-BD9F-422E-91F7-F809AE29B5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1950" y="4486275"/>
            <a:ext cx="84201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125" b="0">
                <a:solidFill>
                  <a:srgbClr val="665D57"/>
                </a:solidFill>
                <a:latin typeface="Google Sans Flex"/>
                <a:ea typeface="Google Sans Flex"/>
                <a:cs typeface="Google Sans Flex"/>
              </a:defRPr>
            </a:pPr>
            <a:r>
              <a:rPr sz="1125" b="0">
                <a:solidFill>
                  <a:srgbClr val="665D57"/>
                </a:solidFill>
                <a:latin typeface="Google Sans Flex"/>
                <a:ea typeface="Google Sans Flex"/>
                <a:cs typeface="Google Sans Flex"/>
              </a:rPr>
              <a:t>Firestore is not used. PostgreSQL is the system of record for the current implementation.</a:t>
            </a:r>
          </a:p>
        </p:txBody>
      </p:sp>
    </p:spTree>
    <p:extLst>
      <p:ext uri="{BB962C8B-B14F-4D97-AF65-F5344CB8AC3E}">
        <p14:creationId xmlns:p14="http://schemas.microsoft.com/office/powerpoint/2010/main" val="1694290044"/>
      </p:ext>
    </p:extLst>
  </p:cSld>
</p:sld>
</file>

<file path=ppt/slides/slide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25" name="Google Shape;116;p21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b12a526ab7334b02">
            <a:alphaModFix/>
          </a:blip>
          <a:srcRect xmlns:a="http://schemas.openxmlformats.org/drawingml/2006/main" l="0" t="0" r="0" b="98001"/>
          <a:stretch xmlns:a="http://schemas.openxmlformats.org/drawingml/2006/main"/>
        </p:blipFill>
        <p:spPr>
          <a:xfrm xmlns:a="http://schemas.openxmlformats.org/drawingml/2006/main">
            <a:off x="0" y="5093562"/>
            <a:ext cx="9144000" cy="54275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  <p:pic>
        <p:nvPicPr>
          <p:cNvPr id="126" name="Google Shape;117;p2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57e7a14d8cf4a28">
            <a:alphaModFix/>
          </a:blip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1"/>
            <a:ext cx="9144000" cy="507359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  <p:sp>
        <p:nvSpPr>
          <p:cNvPr id="118" name="Google Shape;118;p21">
            <a:extLst xmlns:a="http://schemas.openxmlformats.org/drawingml/2006/main">
              <a:ext uri="{FF2B5EF4-FFF2-40B4-BE49-F238E27FC236}">
                <a16:creationId xmlns:a16="http://schemas.microsoft.com/office/drawing/2014/main" id="{FF05AA0D-4E6D-431D-BE0B-AEB77DFF30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-29250" y="5071875"/>
            <a:ext cx="9173400" cy="97800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dk1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lv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21">
            <a:extLst xmlns:a="http://schemas.openxmlformats.org/drawingml/2006/main">
              <a:ext uri="{FF2B5EF4-FFF2-40B4-BE49-F238E27FC236}">
                <a16:creationId xmlns:a16="http://schemas.microsoft.com/office/drawing/2014/main" id="{84BEA715-662B-45D8-9DDF-137B984C47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5350" y="663825"/>
            <a:ext cx="8943000" cy="561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t">
            <a:noAutofit/>
          </a:bodyPr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sz="1600">
                <a:latin typeface="Google Sans Flex Medium"/>
                <a:ea typeface="Google Sans Flex Medium"/>
                <a:cs typeface="Google Sans Flex Medium"/>
              </a:rPr>
              <a:t>Technologies to be used in the solution</a:t>
            </a:r>
            <a:endParaRPr sz="1600">
              <a:latin typeface="Google Sans Flex Medium"/>
              <a:ea typeface="Google Sans Flex Medium"/>
              <a:cs typeface="Google Sans Flex Medium"/>
            </a:endParaRPr>
          </a:p>
        </p:txBody>
      </p:sp>
      <p:sp>
        <p:nvSpPr>
          <p:cNvPr id="122" name="">
            <a:extLst xmlns:a="http://schemas.openxmlformats.org/drawingml/2006/main">
              <a:ext uri="{FF2B5EF4-FFF2-40B4-BE49-F238E27FC236}">
                <a16:creationId xmlns:a16="http://schemas.microsoft.com/office/drawing/2014/main" id="{127E8FD2-947B-404B-86A3-4597DA5BEA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1950" y="4857750"/>
            <a:ext cx="7429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825" b="0">
                <a:solidFill>
                  <a:srgbClr val="665D57"/>
                </a:solidFill>
                <a:latin typeface="Google Sans Flex"/>
                <a:ea typeface="Google Sans Flex"/>
                <a:cs typeface="Google Sans Flex"/>
              </a:defRPr>
            </a:pPr>
            <a:r>
              <a:rPr sz="825" b="0">
                <a:solidFill>
                  <a:srgbClr val="665D57"/>
                </a:solidFill>
                <a:latin typeface="Google Sans Flex"/>
                <a:ea typeface="Google Sans Flex"/>
                <a:cs typeface="Google Sans Flex"/>
              </a:rPr>
              <a:t>MODEL CITIZENS  /  PROJECT IRENE</a:t>
            </a:r>
          </a:p>
        </p:txBody>
      </p:sp>
      <p:sp>
        <p:nvSpPr>
          <p:cNvPr id="123" name="">
            <a:extLst xmlns:a="http://schemas.openxmlformats.org/drawingml/2006/main">
              <a:ext uri="{FF2B5EF4-FFF2-40B4-BE49-F238E27FC236}">
                <a16:creationId xmlns:a16="http://schemas.microsoft.com/office/drawing/2014/main" id="{3B2FF6B1-EE64-440A-B34D-49AE53A1AE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96300" y="4857750"/>
            <a:ext cx="285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825" b="0">
                <a:solidFill>
                  <a:srgbClr val="665D57"/>
                </a:solidFill>
                <a:latin typeface="Google Sans Flex"/>
                <a:ea typeface="Google Sans Flex"/>
                <a:cs typeface="Google Sans Flex"/>
              </a:defRPr>
            </a:pPr>
            <a:r>
              <a:rPr sz="825" b="0">
                <a:solidFill>
                  <a:srgbClr val="665D57"/>
                </a:solidFill>
                <a:latin typeface="Google Sans Flex"/>
                <a:ea typeface="Google Sans Flex"/>
                <a:cs typeface="Google Sans Flex"/>
              </a:rPr>
              <a:t>09</a:t>
            </a:r>
          </a:p>
        </p:txBody>
      </p:sp>
      <p:graphicFrame>
        <p:nvGraphicFramePr>
          <p:cNvPr id="131" name=""/>
          <p:cNvGraphicFramePr/>
          <p:nvPr/>
        </p:nvGraphicFramePr>
        <p:xfrm>
          <a:off xmlns:a="http://schemas.openxmlformats.org/drawingml/2006/main" x="361950" y="1323975"/>
          <a:ext xmlns:a="http://schemas.openxmlformats.org/drawingml/2006/main" cx="8420100" cy="331470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2343150"/>
                <a:gridCol w="5029200"/>
                <a:gridCol w="1047750"/>
              </a:tblGrid>
              <a:tr h="368300">
                <a:tc>
                  <a:txBody>
                    <a:bodyPr lIns="95250" tIns="57150" rIns="95250" bIns="57150"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Google Sans Flex"/>
                          <a:ea typeface="Google Sans Flex"/>
                          <a:cs typeface="Google Sans Flex"/>
                        </a:rPr>
                        <a:t>Technology</a:t>
                      </a:r>
                    </a:p>
                  </a:txBody>
                  <a:tcPr marL="91440" marR="91440" marT="45720" marB="45720" anchor="ctr">
                    <a:solidFill>
                      <a:srgbClr val="A9422A"/>
                    </a:solidFill>
                  </a:tcPr>
                </a:tc>
                <a:tc>
                  <a:txBody>
                    <a:bodyPr lIns="95250" tIns="57150" rIns="95250" bIns="57150"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Google Sans Flex"/>
                          <a:ea typeface="Google Sans Flex"/>
                          <a:cs typeface="Google Sans Flex"/>
                        </a:rPr>
                        <a:t>How Irene uses it</a:t>
                      </a:r>
                    </a:p>
                  </a:txBody>
                  <a:tcPr marL="91440" marR="91440" marT="45720" marB="45720" anchor="ctr">
                    <a:solidFill>
                      <a:srgbClr val="A9422A"/>
                    </a:solidFill>
                  </a:tcPr>
                </a:tc>
                <a:tc>
                  <a:txBody>
                    <a:bodyPr lIns="95250" tIns="57150" rIns="95250" bIns="57150"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Google Sans Flex"/>
                          <a:ea typeface="Google Sans Flex"/>
                          <a:cs typeface="Google Sans Flex"/>
                        </a:rPr>
                        <a:t>Status</a:t>
                      </a:r>
                    </a:p>
                  </a:txBody>
                  <a:tcPr marL="91440" marR="91440" marT="45720" marB="45720" anchor="ctr">
                    <a:solidFill>
                      <a:srgbClr val="A9422A"/>
                    </a:solidFill>
                  </a:tcPr>
                </a:tc>
              </a:tr>
              <a:tr h="368300">
                <a:tc>
                  <a:txBody>
                    <a:bodyPr lIns="95250" tIns="57150" rIns="95250" bIns="57150"/>
                    <a:lstStyle/>
                    <a:p>
                      <a:r>
                        <a:rPr sz="1200" b="0">
                          <a:solidFill>
                            <a:srgbClr val="26211E"/>
                          </a:solidFill>
                          <a:latin typeface="Google Sans Flex"/>
                          <a:ea typeface="Google Sans Flex"/>
                          <a:cs typeface="Google Sans Flex"/>
                        </a:rPr>
                        <a:t>Firebase Hosting</a:t>
                      </a:r>
                    </a:p>
                  </a:txBody>
                  <a:tcPr marL="91440" marR="91440" marT="45720" marB="45720" anchor="ctr">
                    <a:solidFill>
                      <a:srgbClr val="FFF6F1"/>
                    </a:solidFill>
                  </a:tcPr>
                </a:tc>
                <a:tc>
                  <a:txBody>
                    <a:bodyPr lIns="95250" tIns="57150" rIns="95250" bIns="57150"/>
                    <a:lstStyle/>
                    <a:p>
                      <a:r>
                        <a:rPr sz="1200" b="0">
                          <a:solidFill>
                            <a:srgbClr val="26211E"/>
                          </a:solidFill>
                          <a:latin typeface="Google Sans Flex"/>
                          <a:ea typeface="Google Sans Flex"/>
                          <a:cs typeface="Google Sans Flex"/>
                        </a:rPr>
                        <a:t>HTTPS delivery of the React / Vite web app</a:t>
                      </a:r>
                    </a:p>
                  </a:txBody>
                  <a:tcPr marL="91440" marR="91440" marT="45720" marB="45720" anchor="ctr">
                    <a:solidFill>
                      <a:srgbClr val="FFF6F1"/>
                    </a:solidFill>
                  </a:tcPr>
                </a:tc>
                <a:tc>
                  <a:txBody>
                    <a:bodyPr lIns="95250" tIns="57150" rIns="95250" bIns="57150"/>
                    <a:lstStyle/>
                    <a:p>
                      <a:r>
                        <a:rPr sz="1200" b="0">
                          <a:solidFill>
                            <a:srgbClr val="26211E"/>
                          </a:solidFill>
                          <a:latin typeface="Google Sans Flex"/>
                          <a:ea typeface="Google Sans Flex"/>
                          <a:cs typeface="Google Sans Flex"/>
                        </a:rPr>
                        <a:t>Live</a:t>
                      </a:r>
                    </a:p>
                  </a:txBody>
                  <a:tcPr marL="91440" marR="91440" marT="45720" marB="45720" anchor="ctr">
                    <a:solidFill>
                      <a:srgbClr val="FFF6F1"/>
                    </a:solidFill>
                  </a:tcPr>
                </a:tc>
              </a:tr>
              <a:tr h="368300">
                <a:tc>
                  <a:txBody>
                    <a:bodyPr lIns="95250" tIns="57150" rIns="95250" bIns="57150"/>
                    <a:lstStyle/>
                    <a:p>
                      <a:r>
                        <a:rPr sz="1200" b="0">
                          <a:solidFill>
                            <a:srgbClr val="26211E"/>
                          </a:solidFill>
                          <a:latin typeface="Google Sans Flex"/>
                          <a:ea typeface="Google Sans Flex"/>
                          <a:cs typeface="Google Sans Flex"/>
                        </a:rPr>
                        <a:t>Cloud Run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lIns="95250" tIns="57150" rIns="95250" bIns="57150"/>
                    <a:lstStyle/>
                    <a:p>
                      <a:r>
                        <a:rPr sz="1200" b="0">
                          <a:solidFill>
                            <a:srgbClr val="26211E"/>
                          </a:solidFill>
                          <a:latin typeface="Google Sans Flex"/>
                          <a:ea typeface="Google Sans Flex"/>
                          <a:cs typeface="Google Sans Flex"/>
                        </a:rPr>
                        <a:t>Spring Boot workflow, access checks and matching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lIns="95250" tIns="57150" rIns="95250" bIns="57150"/>
                    <a:lstStyle/>
                    <a:p>
                      <a:r>
                        <a:rPr sz="1200" b="0">
                          <a:solidFill>
                            <a:srgbClr val="26211E"/>
                          </a:solidFill>
                          <a:latin typeface="Google Sans Flex"/>
                          <a:ea typeface="Google Sans Flex"/>
                          <a:cs typeface="Google Sans Flex"/>
                        </a:rPr>
                        <a:t>Live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</a:tr>
              <a:tr h="368300">
                <a:tc>
                  <a:txBody>
                    <a:bodyPr lIns="95250" tIns="57150" rIns="95250" bIns="57150"/>
                    <a:lstStyle/>
                    <a:p>
                      <a:r>
                        <a:rPr sz="1200" b="0">
                          <a:solidFill>
                            <a:srgbClr val="26211E"/>
                          </a:solidFill>
                          <a:latin typeface="Google Sans Flex"/>
                          <a:ea typeface="Google Sans Flex"/>
                          <a:cs typeface="Google Sans Flex"/>
                        </a:rPr>
                        <a:t>Gemini API</a:t>
                      </a:r>
                    </a:p>
                  </a:txBody>
                  <a:tcPr marL="91440" marR="91440" marT="45720" marB="45720" anchor="ctr">
                    <a:solidFill>
                      <a:srgbClr val="FFF6F1"/>
                    </a:solidFill>
                  </a:tcPr>
                </a:tc>
                <a:tc>
                  <a:txBody>
                    <a:bodyPr lIns="95250" tIns="57150" rIns="95250" bIns="57150"/>
                    <a:lstStyle/>
                    <a:p>
                      <a:r>
                        <a:rPr sz="1200" b="0">
                          <a:solidFill>
                            <a:srgbClr val="26211E"/>
                          </a:solidFill>
                          <a:latin typeface="Google Sans Flex"/>
                          <a:ea typeface="Google Sans Flex"/>
                          <a:cs typeface="Google Sans Flex"/>
                        </a:rPr>
                        <a:t>Draft summaries, facilitator preparation, embeddings</a:t>
                      </a:r>
                    </a:p>
                  </a:txBody>
                  <a:tcPr marL="91440" marR="91440" marT="45720" marB="45720" anchor="ctr">
                    <a:solidFill>
                      <a:srgbClr val="FFF6F1"/>
                    </a:solidFill>
                  </a:tcPr>
                </a:tc>
                <a:tc>
                  <a:txBody>
                    <a:bodyPr lIns="95250" tIns="57150" rIns="95250" bIns="57150"/>
                    <a:lstStyle/>
                    <a:p>
                      <a:r>
                        <a:rPr sz="1200" b="0">
                          <a:solidFill>
                            <a:srgbClr val="26211E"/>
                          </a:solidFill>
                          <a:latin typeface="Google Sans Flex"/>
                          <a:ea typeface="Google Sans Flex"/>
                          <a:cs typeface="Google Sans Flex"/>
                        </a:rPr>
                        <a:t>Live</a:t>
                      </a:r>
                    </a:p>
                  </a:txBody>
                  <a:tcPr marL="91440" marR="91440" marT="45720" marB="45720" anchor="ctr">
                    <a:solidFill>
                      <a:srgbClr val="FFF6F1"/>
                    </a:solidFill>
                  </a:tcPr>
                </a:tc>
              </a:tr>
              <a:tr h="368300">
                <a:tc>
                  <a:txBody>
                    <a:bodyPr lIns="95250" tIns="57150" rIns="95250" bIns="57150"/>
                    <a:lstStyle/>
                    <a:p>
                      <a:r>
                        <a:rPr sz="1200" b="0">
                          <a:solidFill>
                            <a:srgbClr val="26211E"/>
                          </a:solidFill>
                          <a:latin typeface="Google Sans Flex"/>
                          <a:ea typeface="Google Sans Flex"/>
                          <a:cs typeface="Google Sans Flex"/>
                        </a:rPr>
                        <a:t>Secret Manager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lIns="95250" tIns="57150" rIns="95250" bIns="57150"/>
                    <a:lstStyle/>
                    <a:p>
                      <a:r>
                        <a:rPr sz="1200" b="0">
                          <a:solidFill>
                            <a:srgbClr val="26211E"/>
                          </a:solidFill>
                          <a:latin typeface="Google Sans Flex"/>
                          <a:ea typeface="Google Sans Flex"/>
                          <a:cs typeface="Google Sans Flex"/>
                        </a:rPr>
                        <a:t>Database, JWT and Gemini secrets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lIns="95250" tIns="57150" rIns="95250" bIns="57150"/>
                    <a:lstStyle/>
                    <a:p>
                      <a:r>
                        <a:rPr sz="1200" b="0">
                          <a:solidFill>
                            <a:srgbClr val="26211E"/>
                          </a:solidFill>
                          <a:latin typeface="Google Sans Flex"/>
                          <a:ea typeface="Google Sans Flex"/>
                          <a:cs typeface="Google Sans Flex"/>
                        </a:rPr>
                        <a:t>Live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</a:tr>
              <a:tr h="368300">
                <a:tc>
                  <a:txBody>
                    <a:bodyPr lIns="95250" tIns="57150" rIns="95250" bIns="57150"/>
                    <a:lstStyle/>
                    <a:p>
                      <a:r>
                        <a:rPr sz="1200" b="0">
                          <a:solidFill>
                            <a:srgbClr val="26211E"/>
                          </a:solidFill>
                          <a:latin typeface="Google Sans Flex"/>
                          <a:ea typeface="Google Sans Flex"/>
                          <a:cs typeface="Google Sans Flex"/>
                        </a:rPr>
                        <a:t>Cloud Build / Artifact Registry</a:t>
                      </a:r>
                    </a:p>
                  </a:txBody>
                  <a:tcPr marL="91440" marR="91440" marT="45720" marB="45720" anchor="ctr">
                    <a:solidFill>
                      <a:srgbClr val="FFF6F1"/>
                    </a:solidFill>
                  </a:tcPr>
                </a:tc>
                <a:tc>
                  <a:txBody>
                    <a:bodyPr lIns="95250" tIns="57150" rIns="95250" bIns="57150"/>
                    <a:lstStyle/>
                    <a:p>
                      <a:r>
                        <a:rPr sz="1200" b="0">
                          <a:solidFill>
                            <a:srgbClr val="26211E"/>
                          </a:solidFill>
                          <a:latin typeface="Google Sans Flex"/>
                          <a:ea typeface="Google Sans Flex"/>
                          <a:cs typeface="Google Sans Flex"/>
                        </a:rPr>
                        <a:t>Build, test and store the backend container</a:t>
                      </a:r>
                    </a:p>
                  </a:txBody>
                  <a:tcPr marL="91440" marR="91440" marT="45720" marB="45720" anchor="ctr">
                    <a:solidFill>
                      <a:srgbClr val="FFF6F1"/>
                    </a:solidFill>
                  </a:tcPr>
                </a:tc>
                <a:tc>
                  <a:txBody>
                    <a:bodyPr lIns="95250" tIns="57150" rIns="95250" bIns="57150"/>
                    <a:lstStyle/>
                    <a:p>
                      <a:r>
                        <a:rPr sz="1200" b="0">
                          <a:solidFill>
                            <a:srgbClr val="26211E"/>
                          </a:solidFill>
                          <a:latin typeface="Google Sans Flex"/>
                          <a:ea typeface="Google Sans Flex"/>
                          <a:cs typeface="Google Sans Flex"/>
                        </a:rPr>
                        <a:t>Used</a:t>
                      </a:r>
                    </a:p>
                  </a:txBody>
                  <a:tcPr marL="91440" marR="91440" marT="45720" marB="45720" anchor="ctr">
                    <a:solidFill>
                      <a:srgbClr val="FFF6F1"/>
                    </a:solidFill>
                  </a:tcPr>
                </a:tc>
              </a:tr>
              <a:tr h="368300">
                <a:tc>
                  <a:txBody>
                    <a:bodyPr lIns="95250" tIns="57150" rIns="95250" bIns="57150"/>
                    <a:lstStyle/>
                    <a:p>
                      <a:r>
                        <a:rPr sz="1200" b="0">
                          <a:solidFill>
                            <a:srgbClr val="26211E"/>
                          </a:solidFill>
                          <a:latin typeface="Google Sans Flex"/>
                          <a:ea typeface="Google Sans Flex"/>
                          <a:cs typeface="Google Sans Flex"/>
                        </a:rPr>
                        <a:t>Google Stitch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lIns="95250" tIns="57150" rIns="95250" bIns="57150"/>
                    <a:lstStyle/>
                    <a:p>
                      <a:r>
                        <a:rPr sz="1200" b="0">
                          <a:solidFill>
                            <a:srgbClr val="26211E"/>
                          </a:solidFill>
                          <a:latin typeface="Google Sans Flex"/>
                          <a:ea typeface="Google Sans Flex"/>
                          <a:cs typeface="Google Sans Flex"/>
                        </a:rPr>
                        <a:t>UI exploration and coral interface refinement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lIns="95250" tIns="57150" rIns="95250" bIns="57150"/>
                    <a:lstStyle/>
                    <a:p>
                      <a:r>
                        <a:rPr sz="1200" b="0">
                          <a:solidFill>
                            <a:srgbClr val="26211E"/>
                          </a:solidFill>
                          <a:latin typeface="Google Sans Flex"/>
                          <a:ea typeface="Google Sans Flex"/>
                          <a:cs typeface="Google Sans Flex"/>
                        </a:rPr>
                        <a:t>Used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</a:tr>
              <a:tr h="368300">
                <a:tc>
                  <a:txBody>
                    <a:bodyPr lIns="95250" tIns="57150" rIns="95250" bIns="57150"/>
                    <a:lstStyle/>
                    <a:p>
                      <a:r>
                        <a:rPr sz="1200" b="0">
                          <a:solidFill>
                            <a:srgbClr val="26211E"/>
                          </a:solidFill>
                          <a:latin typeface="Google Sans Flex"/>
                          <a:ea typeface="Google Sans Flex"/>
                          <a:cs typeface="Google Sans Flex"/>
                        </a:rPr>
                        <a:t>Supabase PostgreSQL</a:t>
                      </a:r>
                    </a:p>
                  </a:txBody>
                  <a:tcPr marL="91440" marR="91440" marT="45720" marB="45720" anchor="ctr">
                    <a:solidFill>
                      <a:srgbClr val="FFF6F1"/>
                    </a:solidFill>
                  </a:tcPr>
                </a:tc>
                <a:tc>
                  <a:txBody>
                    <a:bodyPr lIns="95250" tIns="57150" rIns="95250" bIns="57150"/>
                    <a:lstStyle/>
                    <a:p>
                      <a:r>
                        <a:rPr sz="1200" b="0">
                          <a:solidFill>
                            <a:srgbClr val="26211E"/>
                          </a:solidFill>
                          <a:latin typeface="Google Sans Flex"/>
                          <a:ea typeface="Google Sans Flex"/>
                          <a:cs typeface="Google Sans Flex"/>
                        </a:rPr>
                        <a:t>Intakes, programs, circles and invitations</a:t>
                      </a:r>
                    </a:p>
                  </a:txBody>
                  <a:tcPr marL="91440" marR="91440" marT="45720" marB="45720" anchor="ctr">
                    <a:solidFill>
                      <a:srgbClr val="FFF6F1"/>
                    </a:solidFill>
                  </a:tcPr>
                </a:tc>
                <a:tc>
                  <a:txBody>
                    <a:bodyPr lIns="95250" tIns="57150" rIns="95250" bIns="57150"/>
                    <a:lstStyle/>
                    <a:p>
                      <a:r>
                        <a:rPr sz="1200" b="0">
                          <a:solidFill>
                            <a:srgbClr val="26211E"/>
                          </a:solidFill>
                          <a:latin typeface="Google Sans Flex"/>
                          <a:ea typeface="Google Sans Flex"/>
                          <a:cs typeface="Google Sans Flex"/>
                        </a:rPr>
                        <a:t>Live</a:t>
                      </a:r>
                    </a:p>
                  </a:txBody>
                  <a:tcPr marL="91440" marR="91440" marT="45720" marB="45720" anchor="ctr">
                    <a:solidFill>
                      <a:srgbClr val="FFF6F1"/>
                    </a:solidFill>
                  </a:tcPr>
                </a:tc>
              </a:tr>
              <a:tr h="368300">
                <a:tc>
                  <a:txBody>
                    <a:bodyPr lIns="95250" tIns="57150" rIns="95250" bIns="57150"/>
                    <a:lstStyle/>
                    <a:p>
                      <a:r>
                        <a:rPr sz="1200" b="0">
                          <a:solidFill>
                            <a:srgbClr val="26211E"/>
                          </a:solidFill>
                          <a:latin typeface="Google Sans Flex"/>
                          <a:ea typeface="Google Sans Flex"/>
                          <a:cs typeface="Google Sans Flex"/>
                        </a:rPr>
                        <a:t>Firestore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lIns="95250" tIns="57150" rIns="95250" bIns="57150"/>
                    <a:lstStyle/>
                    <a:p>
                      <a:r>
                        <a:rPr sz="1200" b="0">
                          <a:solidFill>
                            <a:srgbClr val="26211E"/>
                          </a:solidFill>
                          <a:latin typeface="Google Sans Flex"/>
                          <a:ea typeface="Google Sans Flex"/>
                          <a:cs typeface="Google Sans Flex"/>
                        </a:rPr>
                        <a:t>Not integrated; PostgreSQL stores application data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lIns="95250" tIns="57150" rIns="95250" bIns="57150"/>
                    <a:lstStyle/>
                    <a:p>
                      <a:r>
                        <a:rPr sz="1200" b="0">
                          <a:solidFill>
                            <a:srgbClr val="26211E"/>
                          </a:solidFill>
                          <a:latin typeface="Google Sans Flex"/>
                          <a:ea typeface="Google Sans Flex"/>
                          <a:cs typeface="Google Sans Flex"/>
                        </a:rPr>
                        <a:t>Not used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520978006"/>
      </p:ext>
    </p:extLst>
  </p:cSld>
</p:sld>
</file>

<file path=ppt/slides/slide10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39" name="Google Shape;124;p22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8290d9a1d5d44be0">
            <a:alphaModFix/>
          </a:blip>
          <a:srcRect xmlns:a="http://schemas.openxmlformats.org/drawingml/2006/main" l="0" t="0" r="0" b="98001"/>
          <a:stretch xmlns:a="http://schemas.openxmlformats.org/drawingml/2006/main"/>
        </p:blipFill>
        <p:spPr>
          <a:xfrm xmlns:a="http://schemas.openxmlformats.org/drawingml/2006/main">
            <a:off x="0" y="5093562"/>
            <a:ext cx="9144000" cy="54275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  <p:pic>
        <p:nvPicPr>
          <p:cNvPr id="140" name="Google Shape;125;p2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e11143d0fc14746">
            <a:alphaModFix/>
          </a:blip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1"/>
            <a:ext cx="9144000" cy="507359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  <p:sp>
        <p:nvSpPr>
          <p:cNvPr id="126" name="Google Shape;126;p22">
            <a:extLst xmlns:a="http://schemas.openxmlformats.org/drawingml/2006/main">
              <a:ext uri="{FF2B5EF4-FFF2-40B4-BE49-F238E27FC236}">
                <a16:creationId xmlns:a16="http://schemas.microsoft.com/office/drawing/2014/main" id="{6C07F881-8EC1-485E-8117-C29A846871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-29250" y="5071875"/>
            <a:ext cx="9173400" cy="97800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dk1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lv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7" name="Google Shape;127;p22">
            <a:extLst xmlns:a="http://schemas.openxmlformats.org/drawingml/2006/main">
              <a:ext uri="{FF2B5EF4-FFF2-40B4-BE49-F238E27FC236}">
                <a16:creationId xmlns:a16="http://schemas.microsoft.com/office/drawing/2014/main" id="{C006001B-416B-4F26-A921-A5EBB966D3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5350" y="663825"/>
            <a:ext cx="8943000" cy="561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t">
            <a:noAutofit/>
          </a:bodyPr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sz="1600">
                <a:latin typeface="Google Sans Flex Medium"/>
                <a:ea typeface="Google Sans Flex Medium"/>
                <a:cs typeface="Google Sans Flex Medium"/>
              </a:rPr>
              <a:t>Estimated implementation cost (optional)</a:t>
            </a:r>
            <a:endParaRPr sz="1600">
              <a:latin typeface="Google Sans Flex Medium"/>
              <a:ea typeface="Google Sans Flex Medium"/>
              <a:cs typeface="Google Sans Flex Medium"/>
            </a:endParaRPr>
          </a:p>
        </p:txBody>
      </p:sp>
      <p:sp>
        <p:nvSpPr>
          <p:cNvPr id="130" name="">
            <a:extLst xmlns:a="http://schemas.openxmlformats.org/drawingml/2006/main">
              <a:ext uri="{FF2B5EF4-FFF2-40B4-BE49-F238E27FC236}">
                <a16:creationId xmlns:a16="http://schemas.microsoft.com/office/drawing/2014/main" id="{0E6AB673-A6F3-43E4-8EFD-2AFF50F590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1950" y="4857750"/>
            <a:ext cx="7429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825" b="0">
                <a:solidFill>
                  <a:srgbClr val="665D57"/>
                </a:solidFill>
                <a:latin typeface="Google Sans Flex"/>
                <a:ea typeface="Google Sans Flex"/>
                <a:cs typeface="Google Sans Flex"/>
              </a:defRPr>
            </a:pPr>
            <a:r>
              <a:rPr sz="825" b="0">
                <a:solidFill>
                  <a:srgbClr val="665D57"/>
                </a:solidFill>
                <a:latin typeface="Google Sans Flex"/>
                <a:ea typeface="Google Sans Flex"/>
                <a:cs typeface="Google Sans Flex"/>
              </a:rPr>
              <a:t>MODEL CITIZENS  /  PROJECT IRENE</a:t>
            </a:r>
          </a:p>
        </p:txBody>
      </p:sp>
      <p:sp>
        <p:nvSpPr>
          <p:cNvPr id="131" name="">
            <a:extLst xmlns:a="http://schemas.openxmlformats.org/drawingml/2006/main">
              <a:ext uri="{FF2B5EF4-FFF2-40B4-BE49-F238E27FC236}">
                <a16:creationId xmlns:a16="http://schemas.microsoft.com/office/drawing/2014/main" id="{156E6164-4544-4607-9DF0-FC0A8E4B80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96300" y="4857750"/>
            <a:ext cx="285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825" b="0">
                <a:solidFill>
                  <a:srgbClr val="665D57"/>
                </a:solidFill>
                <a:latin typeface="Google Sans Flex"/>
                <a:ea typeface="Google Sans Flex"/>
                <a:cs typeface="Google Sans Flex"/>
              </a:defRPr>
            </a:pPr>
            <a:r>
              <a:rPr sz="825" b="0">
                <a:solidFill>
                  <a:srgbClr val="665D57"/>
                </a:solidFill>
                <a:latin typeface="Google Sans Flex"/>
                <a:ea typeface="Google Sans Flex"/>
                <a:cs typeface="Google Sans Flex"/>
              </a:rPr>
              <a:t>10</a:t>
            </a:r>
          </a:p>
        </p:txBody>
      </p:sp>
      <p:sp>
        <p:nvSpPr>
          <p:cNvPr id="132" name="">
            <a:extLst xmlns:a="http://schemas.openxmlformats.org/drawingml/2006/main">
              <a:ext uri="{FF2B5EF4-FFF2-40B4-BE49-F238E27FC236}">
                <a16:creationId xmlns:a16="http://schemas.microsoft.com/office/drawing/2014/main" id="{A2580528-59DC-4D3D-B9A7-0410DE560A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1950" y="1343025"/>
            <a:ext cx="84201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500" b="1">
                <a:solidFill>
                  <a:srgbClr val="A9422A"/>
                </a:solidFill>
                <a:latin typeface="Google Sans Flex"/>
                <a:ea typeface="Google Sans Flex"/>
                <a:cs typeface="Google Sans Flex"/>
              </a:defRPr>
            </a:pPr>
            <a:r>
              <a:rPr sz="1500" b="1">
                <a:solidFill>
                  <a:srgbClr val="A9422A"/>
                </a:solidFill>
                <a:latin typeface="Google Sans Flex"/>
                <a:ea typeface="Google Sans Flex"/>
                <a:cs typeface="Google Sans Flex"/>
              </a:rPr>
              <a:t>Light-use deployment</a:t>
            </a:r>
          </a:p>
        </p:txBody>
      </p:sp>
      <p:sp>
        <p:nvSpPr>
          <p:cNvPr id="133" name="">
            <a:extLst xmlns:a="http://schemas.openxmlformats.org/drawingml/2006/main">
              <a:ext uri="{FF2B5EF4-FFF2-40B4-BE49-F238E27FC236}">
                <a16:creationId xmlns:a16="http://schemas.microsoft.com/office/drawing/2014/main" id="{2AA2662F-D711-48CE-A05C-2C881D2AEB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1950" y="1685925"/>
            <a:ext cx="84201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26211E"/>
                </a:solidFill>
                <a:latin typeface="Google Sans Flex"/>
                <a:ea typeface="Google Sans Flex"/>
                <a:cs typeface="Google Sans Flex"/>
              </a:defRPr>
            </a:pPr>
            <a:r>
              <a:rPr sz="1350" b="0">
                <a:solidFill>
                  <a:srgbClr val="26211E"/>
                </a:solidFill>
                <a:latin typeface="Google Sans Flex"/>
                <a:ea typeface="Google Sans Flex"/>
                <a:cs typeface="Google Sans Flex"/>
              </a:rPr>
              <a:t>Target: ₹0 while usage fits free allowances and trial credit.</a:t>
            </a:r>
          </a:p>
          <a:p xmlns:a="http://schemas.openxmlformats.org/drawingml/2006/main">
            <a:pPr>
              <a:defRPr sz="1350" b="0">
                <a:solidFill>
                  <a:srgbClr val="26211E"/>
                </a:solidFill>
                <a:latin typeface="Google Sans Flex"/>
                <a:ea typeface="Google Sans Flex"/>
                <a:cs typeface="Google Sans Flex"/>
              </a:defRPr>
            </a:pPr>
            <a:r>
              <a:rPr sz="1350" b="0">
                <a:solidFill>
                  <a:srgbClr val="26211E"/>
                </a:solidFill>
                <a:latin typeface="Google Sans Flex"/>
                <a:ea typeface="Google Sans Flex"/>
                <a:cs typeface="Google Sans Flex"/>
              </a:rPr>
              <a:t>Firebase Spark + Supabase Free; Google backend on trial.</a:t>
            </a:r>
          </a:p>
          <a:p xmlns:a="http://schemas.openxmlformats.org/drawingml/2006/main">
            <a:pPr>
              <a:defRPr sz="1350" b="0">
                <a:solidFill>
                  <a:srgbClr val="26211E"/>
                </a:solidFill>
                <a:latin typeface="Google Sans Flex"/>
                <a:ea typeface="Google Sans Flex"/>
                <a:cs typeface="Google Sans Flex"/>
              </a:defRPr>
            </a:pPr>
            <a:r>
              <a:rPr sz="1350" b="0">
                <a:solidFill>
                  <a:srgbClr val="26211E"/>
                </a:solidFill>
                <a:latin typeface="Google Sans Flex"/>
                <a:ea typeface="Google Sans Flex"/>
                <a:cs typeface="Google Sans Flex"/>
              </a:rPr>
              <a:t>Actual charges depend on usage; zero cost is not guaranteed.</a:t>
            </a:r>
          </a:p>
        </p:txBody>
      </p:sp>
      <p:sp>
        <p:nvSpPr>
          <p:cNvPr id="134" name="">
            <a:extLst xmlns:a="http://schemas.openxmlformats.org/drawingml/2006/main">
              <a:ext uri="{FF2B5EF4-FFF2-40B4-BE49-F238E27FC236}">
                <a16:creationId xmlns:a16="http://schemas.microsoft.com/office/drawing/2014/main" id="{CA550382-7CED-46DD-A403-DB057BBB03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1950" y="2638425"/>
            <a:ext cx="4191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500" b="1">
                <a:solidFill>
                  <a:srgbClr val="A9422A"/>
                </a:solidFill>
                <a:latin typeface="Google Sans Flex"/>
                <a:ea typeface="Google Sans Flex"/>
                <a:cs typeface="Google Sans Flex"/>
              </a:defRPr>
            </a:pPr>
            <a:r>
              <a:rPr sz="1500" b="1">
                <a:solidFill>
                  <a:srgbClr val="A9422A"/>
                </a:solidFill>
                <a:latin typeface="Google Sans Flex"/>
                <a:ea typeface="Google Sans Flex"/>
                <a:cs typeface="Google Sans Flex"/>
              </a:rPr>
              <a:t>Shared-session illustration</a:t>
            </a:r>
          </a:p>
        </p:txBody>
      </p:sp>
      <p:sp>
        <p:nvSpPr>
          <p:cNvPr id="135" name="">
            <a:extLst xmlns:a="http://schemas.openxmlformats.org/drawingml/2006/main">
              <a:ext uri="{FF2B5EF4-FFF2-40B4-BE49-F238E27FC236}">
                <a16:creationId xmlns:a16="http://schemas.microsoft.com/office/drawing/2014/main" id="{5E1B870E-DDAF-47D9-A013-B6E4C4DBA5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1950" y="2981325"/>
            <a:ext cx="419100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26211E"/>
                </a:solidFill>
                <a:latin typeface="Google Sans Flex"/>
                <a:ea typeface="Google Sans Flex"/>
                <a:cs typeface="Google Sans Flex"/>
              </a:defRPr>
            </a:pPr>
            <a:r>
              <a:rPr sz="1350" b="0">
                <a:solidFill>
                  <a:srgbClr val="26211E"/>
                </a:solidFill>
                <a:latin typeface="Google Sans Flex"/>
                <a:ea typeface="Google Sans Flex"/>
                <a:cs typeface="Google Sans Flex"/>
              </a:rPr>
              <a:t>₹2,400 total ÷ 4 participants = ₹600 per person.</a:t>
            </a:r>
          </a:p>
          <a:p xmlns:a="http://schemas.openxmlformats.org/drawingml/2006/main">
            <a:pPr>
              <a:defRPr sz="1350" b="0">
                <a:solidFill>
                  <a:srgbClr val="26211E"/>
                </a:solidFill>
                <a:latin typeface="Google Sans Flex"/>
                <a:ea typeface="Google Sans Flex"/>
                <a:cs typeface="Google Sans Flex"/>
              </a:defRPr>
            </a:pPr>
            <a:r>
              <a:rPr sz="1350" b="0">
                <a:solidFill>
                  <a:srgbClr val="26211E"/>
                </a:solidFill>
                <a:latin typeface="Google Sans Flex"/>
                <a:ea typeface="Google Sans Flex"/>
                <a:cs typeface="Google Sans Flex"/>
              </a:rPr>
              <a:t>The same total ÷ 6 = ₹400 per person.</a:t>
            </a:r>
          </a:p>
          <a:p xmlns:a="http://schemas.openxmlformats.org/drawingml/2006/main">
            <a:pPr>
              <a:defRPr sz="1350" b="0">
                <a:solidFill>
                  <a:srgbClr val="26211E"/>
                </a:solidFill>
                <a:latin typeface="Google Sans Flex"/>
                <a:ea typeface="Google Sans Flex"/>
                <a:cs typeface="Google Sans Flex"/>
              </a:defRPr>
            </a:pPr>
            <a:r>
              <a:rPr sz="1350" b="0">
                <a:solidFill>
                  <a:srgbClr val="26211E"/>
                </a:solidFill>
                <a:latin typeface="Google Sans Flex"/>
                <a:ea typeface="Google Sans Flex"/>
                <a:cs typeface="Google Sans Flex"/>
              </a:rPr>
              <a:t>Illustrative arithmetic; not market pricing or a clinical comparison.</a:t>
            </a:r>
          </a:p>
        </p:txBody>
      </p:sp>
      <p:sp>
        <p:nvSpPr>
          <p:cNvPr id="136" name="">
            <a:extLst xmlns:a="http://schemas.openxmlformats.org/drawingml/2006/main">
              <a:ext uri="{FF2B5EF4-FFF2-40B4-BE49-F238E27FC236}">
                <a16:creationId xmlns:a16="http://schemas.microsoft.com/office/drawing/2014/main" id="{56D13A12-3657-46C9-854E-62DDC0F186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05375" y="2638425"/>
            <a:ext cx="3857625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500" b="1">
                <a:solidFill>
                  <a:srgbClr val="A9422A"/>
                </a:solidFill>
                <a:latin typeface="Google Sans Flex"/>
                <a:ea typeface="Google Sans Flex"/>
                <a:cs typeface="Google Sans Flex"/>
              </a:defRPr>
            </a:pPr>
            <a:r>
              <a:rPr sz="1500" b="1">
                <a:solidFill>
                  <a:srgbClr val="A9422A"/>
                </a:solidFill>
                <a:latin typeface="Google Sans Flex"/>
                <a:ea typeface="Google Sans Flex"/>
                <a:cs typeface="Google Sans Flex"/>
              </a:rPr>
              <a:t>Operating model to validate</a:t>
            </a:r>
          </a:p>
        </p:txBody>
      </p:sp>
      <p:sp>
        <p:nvSpPr>
          <p:cNvPr id="137" name="">
            <a:extLst xmlns:a="http://schemas.openxmlformats.org/drawingml/2006/main">
              <a:ext uri="{FF2B5EF4-FFF2-40B4-BE49-F238E27FC236}">
                <a16:creationId xmlns:a16="http://schemas.microsoft.com/office/drawing/2014/main" id="{30E72B08-18FB-4011-8051-EF922B7A1B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05375" y="2981325"/>
            <a:ext cx="3857625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26211E"/>
                </a:solidFill>
                <a:latin typeface="Google Sans Flex"/>
                <a:ea typeface="Google Sans Flex"/>
                <a:cs typeface="Google Sans Flex"/>
              </a:defRPr>
            </a:pPr>
            <a:r>
              <a:rPr sz="1350" b="0">
                <a:solidFill>
                  <a:srgbClr val="26211E"/>
                </a:solidFill>
                <a:latin typeface="Google Sans Flex"/>
                <a:ea typeface="Google Sans Flex"/>
                <a:cs typeface="Google Sans Flex"/>
              </a:rPr>
              <a:t>A transparent coordination fee could fund operations.</a:t>
            </a:r>
          </a:p>
          <a:p xmlns:a="http://schemas.openxmlformats.org/drawingml/2006/main">
            <a:pPr>
              <a:defRPr sz="1350" b="0">
                <a:solidFill>
                  <a:srgbClr val="26211E"/>
                </a:solidFill>
                <a:latin typeface="Google Sans Flex"/>
                <a:ea typeface="Google Sans Flex"/>
                <a:cs typeface="Google Sans Flex"/>
              </a:defRPr>
            </a:pPr>
            <a:r>
              <a:rPr sz="1350" b="0">
                <a:solidFill>
                  <a:srgbClr val="26211E"/>
                </a:solidFill>
                <a:latin typeface="Google Sans Flex"/>
                <a:ea typeface="Google Sans Flex"/>
                <a:cs typeface="Google Sans Flex"/>
              </a:rPr>
              <a:t>Screening, preparation, unfilled seats and support</a:t>
            </a:r>
          </a:p>
          <a:p xmlns:a="http://schemas.openxmlformats.org/drawingml/2006/main">
            <a:pPr>
              <a:defRPr sz="1350" b="0">
                <a:solidFill>
                  <a:srgbClr val="26211E"/>
                </a:solidFill>
                <a:latin typeface="Google Sans Flex"/>
                <a:ea typeface="Google Sans Flex"/>
                <a:cs typeface="Google Sans Flex"/>
              </a:defRPr>
            </a:pPr>
            <a:r>
              <a:rPr sz="1350" b="0">
                <a:solidFill>
                  <a:srgbClr val="26211E"/>
                </a:solidFill>
                <a:latin typeface="Google Sans Flex"/>
                <a:ea typeface="Google Sans Flex"/>
                <a:cs typeface="Google Sans Flex"/>
              </a:rPr>
              <a:t>must be costed before setting real prices.</a:t>
            </a:r>
          </a:p>
        </p:txBody>
      </p:sp>
      <p:sp>
        <p:nvSpPr>
          <p:cNvPr id="138" name="">
            <a:extLst xmlns:a="http://schemas.openxmlformats.org/drawingml/2006/main">
              <a:ext uri="{FF2B5EF4-FFF2-40B4-BE49-F238E27FC236}">
                <a16:creationId xmlns:a16="http://schemas.microsoft.com/office/drawing/2014/main" id="{18111C9A-2E42-4DC4-928E-F51359E958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1950" y="4333875"/>
            <a:ext cx="8420100" cy="352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200" b="0">
                <a:solidFill>
                  <a:srgbClr val="665D57"/>
                </a:solidFill>
                <a:latin typeface="Google Sans Flex"/>
                <a:ea typeface="Google Sans Flex"/>
                <a:cs typeface="Google Sans Flex"/>
              </a:defRPr>
            </a:pPr>
            <a:r>
              <a:rPr sz="1200" b="0">
                <a:solidFill>
                  <a:srgbClr val="665D57"/>
                </a:solidFill>
                <a:latin typeface="Google Sans Flex"/>
                <a:ea typeface="Google Sans Flex"/>
                <a:cs typeface="Google Sans Flex"/>
              </a:rPr>
              <a:t>Cost controls: Cloud Run min 0 / max 2; ₹500 monthly budget alert. Alerts are not caps.</a:t>
            </a:r>
          </a:p>
        </p:txBody>
      </p:sp>
    </p:spTree>
    <p:extLst>
      <p:ext uri="{BB962C8B-B14F-4D97-AF65-F5344CB8AC3E}">
        <p14:creationId xmlns:p14="http://schemas.microsoft.com/office/powerpoint/2010/main" val="418742469"/>
      </p:ext>
    </p:extLst>
  </p:cSld>
</p:sld>
</file>

<file path=ppt/slides/slide1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45" name="Google Shape;132;p23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602c28aa57584698">
            <a:alphaModFix/>
          </a:blip>
          <a:srcRect xmlns:a="http://schemas.openxmlformats.org/drawingml/2006/main" l="0" t="0" r="0" b="98001"/>
          <a:stretch xmlns:a="http://schemas.openxmlformats.org/drawingml/2006/main"/>
        </p:blipFill>
        <p:spPr>
          <a:xfrm xmlns:a="http://schemas.openxmlformats.org/drawingml/2006/main">
            <a:off x="0" y="5093562"/>
            <a:ext cx="9144000" cy="54275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  <p:pic>
        <p:nvPicPr>
          <p:cNvPr id="146" name="Google Shape;133;p23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8f6470172fc4d15">
            <a:alphaModFix/>
          </a:blip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1"/>
            <a:ext cx="9144000" cy="507359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  <p:sp>
        <p:nvSpPr>
          <p:cNvPr id="134" name="Google Shape;134;p23">
            <a:extLst xmlns:a="http://schemas.openxmlformats.org/drawingml/2006/main">
              <a:ext uri="{FF2B5EF4-FFF2-40B4-BE49-F238E27FC236}">
                <a16:creationId xmlns:a16="http://schemas.microsoft.com/office/drawing/2014/main" id="{40BFC248-C1A2-4CFB-A904-EF8D2C0496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-29250" y="5071875"/>
            <a:ext cx="9173400" cy="97800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dk1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lv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23">
            <a:extLst xmlns:a="http://schemas.openxmlformats.org/drawingml/2006/main">
              <a:ext uri="{FF2B5EF4-FFF2-40B4-BE49-F238E27FC236}">
                <a16:creationId xmlns:a16="http://schemas.microsoft.com/office/drawing/2014/main" id="{B10E1687-0ADB-4A64-9D1E-E7E6549F96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5350" y="663825"/>
            <a:ext cx="8943000" cy="561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t">
            <a:noAutofit/>
          </a:bodyPr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sz="1600">
                <a:latin typeface="Google Sans Flex Medium"/>
                <a:ea typeface="Google Sans Flex Medium"/>
                <a:cs typeface="Google Sans Flex Medium"/>
              </a:rPr>
              <a:t>Snapshots of the prototype</a:t>
            </a:r>
            <a:endParaRPr sz="1600">
              <a:latin typeface="Google Sans Flex Medium"/>
              <a:ea typeface="Google Sans Flex Medium"/>
              <a:cs typeface="Google Sans Flex Medium"/>
            </a:endParaRPr>
          </a:p>
        </p:txBody>
      </p:sp>
      <p:sp>
        <p:nvSpPr>
          <p:cNvPr id="138" name="">
            <a:extLst xmlns:a="http://schemas.openxmlformats.org/drawingml/2006/main">
              <a:ext uri="{FF2B5EF4-FFF2-40B4-BE49-F238E27FC236}">
                <a16:creationId xmlns:a16="http://schemas.microsoft.com/office/drawing/2014/main" id="{972AE5A4-C6AC-4C90-AE0B-98D2F6D901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1950" y="4857750"/>
            <a:ext cx="7429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825" b="0">
                <a:solidFill>
                  <a:srgbClr val="665D57"/>
                </a:solidFill>
                <a:latin typeface="Google Sans Flex"/>
                <a:ea typeface="Google Sans Flex"/>
                <a:cs typeface="Google Sans Flex"/>
              </a:defRPr>
            </a:pPr>
            <a:r>
              <a:rPr sz="825" b="0">
                <a:solidFill>
                  <a:srgbClr val="665D57"/>
                </a:solidFill>
                <a:latin typeface="Google Sans Flex"/>
                <a:ea typeface="Google Sans Flex"/>
                <a:cs typeface="Google Sans Flex"/>
              </a:rPr>
              <a:t>MODEL CITIZENS  /  PROJECT IRENE</a:t>
            </a:r>
          </a:p>
        </p:txBody>
      </p:sp>
      <p:sp>
        <p:nvSpPr>
          <p:cNvPr id="139" name="">
            <a:extLst xmlns:a="http://schemas.openxmlformats.org/drawingml/2006/main">
              <a:ext uri="{FF2B5EF4-FFF2-40B4-BE49-F238E27FC236}">
                <a16:creationId xmlns:a16="http://schemas.microsoft.com/office/drawing/2014/main" id="{45AE225D-AFB3-405B-9BDA-D196389D41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96300" y="4857750"/>
            <a:ext cx="285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825" b="0">
                <a:solidFill>
                  <a:srgbClr val="665D57"/>
                </a:solidFill>
                <a:latin typeface="Google Sans Flex"/>
                <a:ea typeface="Google Sans Flex"/>
                <a:cs typeface="Google Sans Flex"/>
              </a:defRPr>
            </a:pPr>
            <a:r>
              <a:rPr sz="825" b="0">
                <a:solidFill>
                  <a:srgbClr val="665D57"/>
                </a:solidFill>
                <a:latin typeface="Google Sans Flex"/>
                <a:ea typeface="Google Sans Flex"/>
                <a:cs typeface="Google Sans Flex"/>
              </a:rPr>
              <a:t>11</a:t>
            </a:r>
          </a:p>
        </p:txBody>
      </p:sp>
      <p:sp>
        <p:nvSpPr>
          <p:cNvPr id="140" name="">
            <a:extLst xmlns:a="http://schemas.openxmlformats.org/drawingml/2006/main">
              <a:ext uri="{FF2B5EF4-FFF2-40B4-BE49-F238E27FC236}">
                <a16:creationId xmlns:a16="http://schemas.microsoft.com/office/drawing/2014/main" id="{B4574AA0-300E-46E4-BBE2-3B0C8535E5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1950" y="1228725"/>
            <a:ext cx="84201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425" b="1">
                <a:solidFill>
                  <a:srgbClr val="A9422A"/>
                </a:solidFill>
                <a:latin typeface="Google Sans Flex"/>
                <a:ea typeface="Google Sans Flex"/>
                <a:cs typeface="Google Sans Flex"/>
              </a:defRPr>
            </a:pPr>
            <a:r>
              <a:rPr sz="1425" b="1">
                <a:solidFill>
                  <a:srgbClr val="A9422A"/>
                </a:solidFill>
                <a:latin typeface="Google Sans Flex"/>
                <a:ea typeface="Google Sans Flex"/>
                <a:cs typeface="Google Sans Flex"/>
              </a:rPr>
              <a:t>A human reviews the fit. The participant makes the final choice.</a:t>
            </a:r>
          </a:p>
        </p:txBody>
      </p:sp>
      <p:pic>
        <p:nvPicPr>
          <p:cNvPr id="15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21301f1a29544da"/>
          <a:srcRect xmlns:a="http://schemas.openxmlformats.org/drawingml/2006/main" l="25000" t="8000" r="2500" b="6000"/>
          <a:stretch xmlns:a="http://schemas.openxmlformats.org/drawingml/2006/main"/>
        </p:blipFill>
        <p:spPr>
          <a:xfrm xmlns:a="http://schemas.openxmlformats.org/drawingml/2006/main">
            <a:off x="1072068" y="1638300"/>
            <a:ext cx="2618363" cy="2667000"/>
          </a:xfrm>
          <a:prstGeom xmlns:a="http://schemas.openxmlformats.org/drawingml/2006/main" prst="rect">
            <a:avLst/>
          </a:prstGeom>
        </p:spPr>
      </p:pic>
      <p:pic>
        <p:nvPicPr>
          <p:cNvPr id="15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75d413a10044575"/>
          <a:srcRect xmlns:a="http://schemas.openxmlformats.org/drawingml/2006/main" l="25000" t="17000" r="2500" b="1500"/>
          <a:stretch xmlns:a="http://schemas.openxmlformats.org/drawingml/2006/main"/>
        </p:blipFill>
        <p:spPr>
          <a:xfrm xmlns:a="http://schemas.openxmlformats.org/drawingml/2006/main">
            <a:off x="5371757" y="1638300"/>
            <a:ext cx="2762935" cy="2667000"/>
          </a:xfrm>
          <a:prstGeom xmlns:a="http://schemas.openxmlformats.org/drawingml/2006/main" prst="rect">
            <a:avLst/>
          </a:prstGeom>
        </p:spPr>
      </p:pic>
      <p:sp>
        <p:nvSpPr>
          <p:cNvPr id="143" name="">
            <a:extLst xmlns:a="http://schemas.openxmlformats.org/drawingml/2006/main">
              <a:ext uri="{FF2B5EF4-FFF2-40B4-BE49-F238E27FC236}">
                <a16:creationId xmlns:a16="http://schemas.microsoft.com/office/drawing/2014/main" id="{2531F245-98F9-4672-BC94-D040853030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1950" y="4391025"/>
            <a:ext cx="403860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275" b="1">
                <a:solidFill>
                  <a:srgbClr val="26211E"/>
                </a:solidFill>
                <a:latin typeface="Google Sans Flex"/>
                <a:ea typeface="Google Sans Flex"/>
                <a:cs typeface="Google Sans Flex"/>
              </a:defRPr>
            </a:pPr>
            <a:r>
              <a:rPr sz="1275" b="1">
                <a:solidFill>
                  <a:srgbClr val="26211E"/>
                </a:solidFill>
                <a:latin typeface="Google Sans Flex"/>
                <a:ea typeface="Google Sans Flex"/>
                <a:cs typeface="Google Sans Flex"/>
              </a:rPr>
              <a:t>Therapist review of a confirmed intake</a:t>
            </a:r>
          </a:p>
        </p:txBody>
      </p:sp>
      <p:sp>
        <p:nvSpPr>
          <p:cNvPr id="144" name="">
            <a:extLst xmlns:a="http://schemas.openxmlformats.org/drawingml/2006/main">
              <a:ext uri="{FF2B5EF4-FFF2-40B4-BE49-F238E27FC236}">
                <a16:creationId xmlns:a16="http://schemas.microsoft.com/office/drawing/2014/main" id="{73BA5A46-87FE-4FA1-8882-2FD45770E3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24400" y="4391025"/>
            <a:ext cx="405765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275" b="1">
                <a:solidFill>
                  <a:srgbClr val="26211E"/>
                </a:solidFill>
                <a:latin typeface="Google Sans Flex"/>
                <a:ea typeface="Google Sans Flex"/>
                <a:cs typeface="Google Sans Flex"/>
              </a:defRPr>
            </a:pPr>
            <a:r>
              <a:rPr sz="1275" b="1">
                <a:solidFill>
                  <a:srgbClr val="26211E"/>
                </a:solidFill>
                <a:latin typeface="Google Sans Flex"/>
                <a:ea typeface="Google Sans Flex"/>
                <a:cs typeface="Google Sans Flex"/>
              </a:rPr>
              <a:t>A ₹500 quote with accept / decline</a:t>
            </a:r>
          </a:p>
        </p:txBody>
      </p:sp>
    </p:spTree>
    <p:extLst>
      <p:ext uri="{BB962C8B-B14F-4D97-AF65-F5344CB8AC3E}">
        <p14:creationId xmlns:p14="http://schemas.microsoft.com/office/powerpoint/2010/main" val="2079700727"/>
      </p:ext>
    </p:extLst>
  </p:cSld>
</p:sld>
</file>

<file path=ppt/slides/slide1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8" name="Google Shape;140;p24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69c9bf2cbc6a479d">
            <a:alphaModFix/>
          </a:blip>
          <a:srcRect xmlns:a="http://schemas.openxmlformats.org/drawingml/2006/main" l="0" t="0" r="0" b="98001"/>
          <a:stretch xmlns:a="http://schemas.openxmlformats.org/drawingml/2006/main"/>
        </p:blipFill>
        <p:spPr>
          <a:xfrm xmlns:a="http://schemas.openxmlformats.org/drawingml/2006/main">
            <a:off x="0" y="5093562"/>
            <a:ext cx="9144000" cy="54275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  <p:pic>
        <p:nvPicPr>
          <p:cNvPr id="159" name="Google Shape;141;p24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330e33878474eec">
            <a:alphaModFix/>
          </a:blip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1"/>
            <a:ext cx="9144000" cy="507359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  <p:sp>
        <p:nvSpPr>
          <p:cNvPr id="142" name="Google Shape;142;p24">
            <a:extLst xmlns:a="http://schemas.openxmlformats.org/drawingml/2006/main">
              <a:ext uri="{FF2B5EF4-FFF2-40B4-BE49-F238E27FC236}">
                <a16:creationId xmlns:a16="http://schemas.microsoft.com/office/drawing/2014/main" id="{232F800C-1699-4231-8280-81CA6F1AC9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-29250" y="5071875"/>
            <a:ext cx="9173400" cy="97800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dk1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lv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24">
            <a:extLst xmlns:a="http://schemas.openxmlformats.org/drawingml/2006/main">
              <a:ext uri="{FF2B5EF4-FFF2-40B4-BE49-F238E27FC236}">
                <a16:creationId xmlns:a16="http://schemas.microsoft.com/office/drawing/2014/main" id="{6AD5076A-E82D-4FC6-A31E-2D1C8EF249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5350" y="663825"/>
            <a:ext cx="8943000" cy="561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t">
            <a:noAutofit/>
          </a:bodyPr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sz="1600">
                <a:latin typeface="Google Sans Flex Medium"/>
                <a:ea typeface="Google Sans Flex Medium"/>
                <a:cs typeface="Google Sans Flex Medium"/>
              </a:rPr>
              <a:t>Prototype Performance report/Benchmarking</a:t>
            </a:r>
            <a:endParaRPr sz="1600">
              <a:latin typeface="Google Sans Flex Medium"/>
              <a:ea typeface="Google Sans Flex Medium"/>
              <a:cs typeface="Google Sans Flex Medium"/>
            </a:endParaRPr>
          </a:p>
        </p:txBody>
      </p:sp>
      <p:sp>
        <p:nvSpPr>
          <p:cNvPr id="146" name="">
            <a:extLst xmlns:a="http://schemas.openxmlformats.org/drawingml/2006/main">
              <a:ext uri="{FF2B5EF4-FFF2-40B4-BE49-F238E27FC236}">
                <a16:creationId xmlns:a16="http://schemas.microsoft.com/office/drawing/2014/main" id="{F223EA7C-7099-40EA-BEAC-CF2FD3686B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1950" y="4857750"/>
            <a:ext cx="7429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825" b="0">
                <a:solidFill>
                  <a:srgbClr val="665D57"/>
                </a:solidFill>
                <a:latin typeface="Google Sans Flex"/>
                <a:ea typeface="Google Sans Flex"/>
                <a:cs typeface="Google Sans Flex"/>
              </a:defRPr>
            </a:pPr>
            <a:r>
              <a:rPr sz="825" b="0">
                <a:solidFill>
                  <a:srgbClr val="665D57"/>
                </a:solidFill>
                <a:latin typeface="Google Sans Flex"/>
                <a:ea typeface="Google Sans Flex"/>
                <a:cs typeface="Google Sans Flex"/>
              </a:rPr>
              <a:t>MODEL CITIZENS  /  PROJECT IRENE</a:t>
            </a:r>
          </a:p>
        </p:txBody>
      </p:sp>
      <p:sp>
        <p:nvSpPr>
          <p:cNvPr id="147" name="">
            <a:extLst xmlns:a="http://schemas.openxmlformats.org/drawingml/2006/main">
              <a:ext uri="{FF2B5EF4-FFF2-40B4-BE49-F238E27FC236}">
                <a16:creationId xmlns:a16="http://schemas.microsoft.com/office/drawing/2014/main" id="{785A12B3-FE18-4486-80E7-17348BC4D8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96300" y="4857750"/>
            <a:ext cx="285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825" b="0">
                <a:solidFill>
                  <a:srgbClr val="665D57"/>
                </a:solidFill>
                <a:latin typeface="Google Sans Flex"/>
                <a:ea typeface="Google Sans Flex"/>
                <a:cs typeface="Google Sans Flex"/>
              </a:defRPr>
            </a:pPr>
            <a:r>
              <a:rPr sz="825" b="0">
                <a:solidFill>
                  <a:srgbClr val="665D57"/>
                </a:solidFill>
                <a:latin typeface="Google Sans Flex"/>
                <a:ea typeface="Google Sans Flex"/>
                <a:cs typeface="Google Sans Flex"/>
              </a:rPr>
              <a:t>12</a:t>
            </a:r>
          </a:p>
        </p:txBody>
      </p:sp>
      <p:sp>
        <p:nvSpPr>
          <p:cNvPr id="148" name="">
            <a:extLst xmlns:a="http://schemas.openxmlformats.org/drawingml/2006/main">
              <a:ext uri="{FF2B5EF4-FFF2-40B4-BE49-F238E27FC236}">
                <a16:creationId xmlns:a16="http://schemas.microsoft.com/office/drawing/2014/main" id="{03AA726B-3AC2-40B7-8BC7-720C06C2BD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1950" y="1352550"/>
            <a:ext cx="2571750" cy="8667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5250" b="1">
                <a:solidFill>
                  <a:srgbClr val="A9422A"/>
                </a:solidFill>
                <a:latin typeface="Google Sans Flex"/>
                <a:ea typeface="Google Sans Flex"/>
                <a:cs typeface="Google Sans Flex"/>
              </a:defRPr>
            </a:pPr>
            <a:r>
              <a:rPr sz="5250" b="1">
                <a:solidFill>
                  <a:srgbClr val="A9422A"/>
                </a:solidFill>
                <a:latin typeface="Google Sans Flex"/>
                <a:ea typeface="Google Sans Flex"/>
                <a:cs typeface="Google Sans Flex"/>
              </a:rPr>
              <a:t>30</a:t>
            </a:r>
          </a:p>
        </p:txBody>
      </p:sp>
      <p:sp>
        <p:nvSpPr>
          <p:cNvPr id="149" name="">
            <a:extLst xmlns:a="http://schemas.openxmlformats.org/drawingml/2006/main">
              <a:ext uri="{FF2B5EF4-FFF2-40B4-BE49-F238E27FC236}">
                <a16:creationId xmlns:a16="http://schemas.microsoft.com/office/drawing/2014/main" id="{04502CC8-0BA5-49A1-B0FB-6299934149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1950" y="2247900"/>
            <a:ext cx="2571750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500" b="1">
                <a:solidFill>
                  <a:srgbClr val="26211E"/>
                </a:solidFill>
                <a:latin typeface="Google Sans Flex"/>
                <a:ea typeface="Google Sans Flex"/>
                <a:cs typeface="Google Sans Flex"/>
              </a:defRPr>
            </a:pPr>
            <a:r>
              <a:rPr sz="1500" b="1">
                <a:solidFill>
                  <a:srgbClr val="26211E"/>
                </a:solidFill>
                <a:latin typeface="Google Sans Flex"/>
                <a:ea typeface="Google Sans Flex"/>
                <a:cs typeface="Google Sans Flex"/>
              </a:rPr>
              <a:t>Backend tests passed</a:t>
            </a:r>
          </a:p>
        </p:txBody>
      </p:sp>
      <p:sp>
        <p:nvSpPr>
          <p:cNvPr id="150" name="">
            <a:extLst xmlns:a="http://schemas.openxmlformats.org/drawingml/2006/main">
              <a:ext uri="{FF2B5EF4-FFF2-40B4-BE49-F238E27FC236}">
                <a16:creationId xmlns:a16="http://schemas.microsoft.com/office/drawing/2014/main" id="{8151EB5D-6E3C-444F-80D3-A816A799DF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86125" y="1352550"/>
            <a:ext cx="2571750" cy="8667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5250" b="1">
                <a:solidFill>
                  <a:srgbClr val="A9422A"/>
                </a:solidFill>
                <a:latin typeface="Google Sans Flex"/>
                <a:ea typeface="Google Sans Flex"/>
                <a:cs typeface="Google Sans Flex"/>
              </a:defRPr>
            </a:pPr>
            <a:r>
              <a:rPr sz="5250" b="1">
                <a:solidFill>
                  <a:srgbClr val="A9422A"/>
                </a:solidFill>
                <a:latin typeface="Google Sans Flex"/>
                <a:ea typeface="Google Sans Flex"/>
                <a:cs typeface="Google Sans Flex"/>
              </a:rPr>
              <a:t>6</a:t>
            </a:r>
          </a:p>
        </p:txBody>
      </p:sp>
      <p:sp>
        <p:nvSpPr>
          <p:cNvPr id="151" name="">
            <a:extLst xmlns:a="http://schemas.openxmlformats.org/drawingml/2006/main">
              <a:ext uri="{FF2B5EF4-FFF2-40B4-BE49-F238E27FC236}">
                <a16:creationId xmlns:a16="http://schemas.microsoft.com/office/drawing/2014/main" id="{CAB504E0-CA66-4339-A34A-828C62468A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86125" y="2247900"/>
            <a:ext cx="2571750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500" b="1">
                <a:solidFill>
                  <a:srgbClr val="26211E"/>
                </a:solidFill>
                <a:latin typeface="Google Sans Flex"/>
                <a:ea typeface="Google Sans Flex"/>
                <a:cs typeface="Google Sans Flex"/>
              </a:defRPr>
            </a:pPr>
            <a:r>
              <a:rPr sz="1500" b="1">
                <a:solidFill>
                  <a:srgbClr val="26211E"/>
                </a:solidFill>
                <a:latin typeface="Google Sans Flex"/>
                <a:ea typeface="Google Sans Flex"/>
                <a:cs typeface="Google Sans Flex"/>
              </a:rPr>
              <a:t>Frontend routing tests</a:t>
            </a:r>
          </a:p>
        </p:txBody>
      </p:sp>
      <p:sp>
        <p:nvSpPr>
          <p:cNvPr id="152" name="">
            <a:extLst xmlns:a="http://schemas.openxmlformats.org/drawingml/2006/main">
              <a:ext uri="{FF2B5EF4-FFF2-40B4-BE49-F238E27FC236}">
                <a16:creationId xmlns:a16="http://schemas.microsoft.com/office/drawing/2014/main" id="{FB51A3D3-5949-48F1-9043-156F9F379C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0300" y="1352550"/>
            <a:ext cx="2571750" cy="8667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5250" b="1">
                <a:solidFill>
                  <a:srgbClr val="A9422A"/>
                </a:solidFill>
                <a:latin typeface="Google Sans Flex"/>
                <a:ea typeface="Google Sans Flex"/>
                <a:cs typeface="Google Sans Flex"/>
              </a:defRPr>
            </a:pPr>
            <a:r>
              <a:rPr sz="5250" b="1">
                <a:solidFill>
                  <a:srgbClr val="A9422A"/>
                </a:solidFill>
                <a:latin typeface="Google Sans Flex"/>
                <a:ea typeface="Google Sans Flex"/>
                <a:cs typeface="Google Sans Flex"/>
              </a:rPr>
              <a:t>35</a:t>
            </a:r>
          </a:p>
        </p:txBody>
      </p:sp>
      <p:sp>
        <p:nvSpPr>
          <p:cNvPr id="153" name="">
            <a:extLst xmlns:a="http://schemas.openxmlformats.org/drawingml/2006/main">
              <a:ext uri="{FF2B5EF4-FFF2-40B4-BE49-F238E27FC236}">
                <a16:creationId xmlns:a16="http://schemas.microsoft.com/office/drawing/2014/main" id="{7D62885B-B6BD-4EDD-84CD-71EBA6DAFC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0300" y="2247900"/>
            <a:ext cx="2571750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500" b="1">
                <a:solidFill>
                  <a:srgbClr val="26211E"/>
                </a:solidFill>
                <a:latin typeface="Google Sans Flex"/>
                <a:ea typeface="Google Sans Flex"/>
                <a:cs typeface="Google Sans Flex"/>
              </a:defRPr>
            </a:pPr>
            <a:r>
              <a:rPr sz="1500" b="1">
                <a:solidFill>
                  <a:srgbClr val="26211E"/>
                </a:solidFill>
                <a:latin typeface="Google Sans Flex"/>
                <a:ea typeface="Google Sans Flex"/>
                <a:cs typeface="Google Sans Flex"/>
              </a:rPr>
              <a:t>Live workflow checks</a:t>
            </a:r>
          </a:p>
        </p:txBody>
      </p:sp>
      <p:sp>
        <p:nvSpPr>
          <p:cNvPr id="154" name="">
            <a:extLst xmlns:a="http://schemas.openxmlformats.org/drawingml/2006/main">
              <a:ext uri="{FF2B5EF4-FFF2-40B4-BE49-F238E27FC236}">
                <a16:creationId xmlns:a16="http://schemas.microsoft.com/office/drawing/2014/main" id="{5AE3D68F-9C93-40AD-B239-D9DCFFACC6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1950" y="2867025"/>
            <a:ext cx="84201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500" b="1">
                <a:solidFill>
                  <a:srgbClr val="A9422A"/>
                </a:solidFill>
                <a:latin typeface="Google Sans Flex"/>
                <a:ea typeface="Google Sans Flex"/>
                <a:cs typeface="Google Sans Flex"/>
              </a:defRPr>
            </a:pPr>
            <a:r>
              <a:rPr sz="1500" b="1">
                <a:solidFill>
                  <a:srgbClr val="A9422A"/>
                </a:solidFill>
                <a:latin typeface="Google Sans Flex"/>
                <a:ea typeface="Google Sans Flex"/>
                <a:cs typeface="Google Sans Flex"/>
              </a:rPr>
              <a:t>What was verified</a:t>
            </a:r>
          </a:p>
        </p:txBody>
      </p:sp>
      <p:sp>
        <p:nvSpPr>
          <p:cNvPr id="155" name="">
            <a:extLst xmlns:a="http://schemas.openxmlformats.org/drawingml/2006/main">
              <a:ext uri="{FF2B5EF4-FFF2-40B4-BE49-F238E27FC236}">
                <a16:creationId xmlns:a16="http://schemas.microsoft.com/office/drawing/2014/main" id="{181F0172-FBEA-4B96-8304-28CC667B33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1950" y="3209925"/>
            <a:ext cx="84201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26211E"/>
                </a:solidFill>
                <a:latin typeface="Google Sans Flex"/>
                <a:ea typeface="Google Sans Flex"/>
                <a:cs typeface="Google Sans Flex"/>
              </a:defRPr>
            </a:pPr>
            <a:r>
              <a:rPr sz="1350" b="0">
                <a:solidFill>
                  <a:srgbClr val="26211E"/>
                </a:solidFill>
                <a:latin typeface="Google Sans Flex"/>
                <a:ea typeface="Google Sans Flex"/>
                <a:cs typeface="Google Sans Flex"/>
              </a:rPr>
              <a:t>Fictional intake → real Gemini generation / embeddings → therapist review →</a:t>
            </a:r>
          </a:p>
          <a:p xmlns:a="http://schemas.openxmlformats.org/drawingml/2006/main">
            <a:pPr>
              <a:defRPr sz="1350" b="0">
                <a:solidFill>
                  <a:srgbClr val="26211E"/>
                </a:solidFill>
                <a:latin typeface="Google Sans Flex"/>
                <a:ea typeface="Google Sans Flex"/>
                <a:cs typeface="Google Sans Flex"/>
              </a:defRPr>
            </a:pPr>
            <a:r>
              <a:rPr sz="1350" b="0">
                <a:solidFill>
                  <a:srgbClr val="26211E"/>
                </a:solidFill>
                <a:latin typeface="Google Sans Flex"/>
                <a:ea typeface="Google Sans Flex"/>
                <a:cs typeface="Google Sans Flex"/>
              </a:rPr>
              <a:t>matching → group approval → fixed quote → acceptance → cancellation / deletion.</a:t>
            </a:r>
          </a:p>
        </p:txBody>
      </p:sp>
      <p:sp>
        <p:nvSpPr>
          <p:cNvPr id="156" name="">
            <a:extLst xmlns:a="http://schemas.openxmlformats.org/drawingml/2006/main">
              <a:ext uri="{FF2B5EF4-FFF2-40B4-BE49-F238E27FC236}">
                <a16:creationId xmlns:a16="http://schemas.microsoft.com/office/drawing/2014/main" id="{028527F5-334E-440E-909B-CA8F3A40AE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1950" y="3810000"/>
            <a:ext cx="84201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500" b="1">
                <a:solidFill>
                  <a:srgbClr val="A9422A"/>
                </a:solidFill>
                <a:latin typeface="Google Sans Flex"/>
                <a:ea typeface="Google Sans Flex"/>
                <a:cs typeface="Google Sans Flex"/>
              </a:defRPr>
            </a:pPr>
            <a:r>
              <a:rPr sz="1500" b="1">
                <a:solidFill>
                  <a:srgbClr val="A9422A"/>
                </a:solidFill>
                <a:latin typeface="Google Sans Flex"/>
                <a:ea typeface="Google Sans Flex"/>
                <a:cs typeface="Google Sans Flex"/>
              </a:rPr>
              <a:t>What this evidence does not establish</a:t>
            </a:r>
          </a:p>
        </p:txBody>
      </p:sp>
      <p:sp>
        <p:nvSpPr>
          <p:cNvPr id="157" name="">
            <a:extLst xmlns:a="http://schemas.openxmlformats.org/drawingml/2006/main">
              <a:ext uri="{FF2B5EF4-FFF2-40B4-BE49-F238E27FC236}">
                <a16:creationId xmlns:a16="http://schemas.microsoft.com/office/drawing/2014/main" id="{4E337374-4EB9-44E5-A7CB-88B6737ABD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1950" y="4152900"/>
            <a:ext cx="8420100" cy="561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26211E"/>
                </a:solidFill>
                <a:latin typeface="Google Sans Flex"/>
                <a:ea typeface="Google Sans Flex"/>
                <a:cs typeface="Google Sans Flex"/>
              </a:defRPr>
            </a:pPr>
            <a:r>
              <a:rPr sz="1350" b="0">
                <a:solidFill>
                  <a:srgbClr val="26211E"/>
                </a:solidFill>
                <a:latin typeface="Google Sans Flex"/>
                <a:ea typeface="Google Sans Flex"/>
                <a:cs typeface="Google Sans Flex"/>
              </a:rPr>
              <a:t>Clinical suitability, crisis-detection accuracy, real-user outcomes or high-load performance.</a:t>
            </a:r>
          </a:p>
          <a:p xmlns:a="http://schemas.openxmlformats.org/drawingml/2006/main">
            <a:pPr>
              <a:defRPr sz="1350" b="0">
                <a:solidFill>
                  <a:srgbClr val="26211E"/>
                </a:solidFill>
                <a:latin typeface="Google Sans Flex"/>
                <a:ea typeface="Google Sans Flex"/>
                <a:cs typeface="Google Sans Flex"/>
              </a:defRPr>
            </a:pPr>
            <a:r>
              <a:rPr sz="1350" b="0">
                <a:solidFill>
                  <a:srgbClr val="26211E"/>
                </a:solidFill>
                <a:latin typeface="Google Sans Flex"/>
                <a:ea typeface="Google Sans Flex"/>
                <a:cs typeface="Google Sans Flex"/>
              </a:rPr>
              <a:t>The next evaluation should measure affordability, access and participant control.</a:t>
            </a:r>
          </a:p>
        </p:txBody>
      </p:sp>
    </p:spTree>
    <p:extLst>
      <p:ext uri="{BB962C8B-B14F-4D97-AF65-F5344CB8AC3E}">
        <p14:creationId xmlns:p14="http://schemas.microsoft.com/office/powerpoint/2010/main" val="23912900"/>
      </p:ext>
    </p:extLst>
  </p:cSld>
</p:sld>
</file>

<file path=ppt/slides/slide1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62" name="Google Shape;148;p25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f08e7c7b3c914cc5">
            <a:alphaModFix/>
          </a:blip>
          <a:srcRect xmlns:a="http://schemas.openxmlformats.org/drawingml/2006/main" l="0" t="0" r="0" b="98001"/>
          <a:stretch xmlns:a="http://schemas.openxmlformats.org/drawingml/2006/main"/>
        </p:blipFill>
        <p:spPr>
          <a:xfrm xmlns:a="http://schemas.openxmlformats.org/drawingml/2006/main">
            <a:off x="0" y="5093562"/>
            <a:ext cx="9144000" cy="54275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  <p:pic>
        <p:nvPicPr>
          <p:cNvPr id="163" name="Google Shape;149;p25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844edd81a2a4b42">
            <a:alphaModFix/>
          </a:blip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1"/>
            <a:ext cx="9144000" cy="507359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  <p:sp>
        <p:nvSpPr>
          <p:cNvPr id="150" name="Google Shape;150;p25">
            <a:extLst xmlns:a="http://schemas.openxmlformats.org/drawingml/2006/main">
              <a:ext uri="{FF2B5EF4-FFF2-40B4-BE49-F238E27FC236}">
                <a16:creationId xmlns:a16="http://schemas.microsoft.com/office/drawing/2014/main" id="{0589BCE8-962A-4A59-8E2F-F66BA4B441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-29250" y="5071875"/>
            <a:ext cx="9173400" cy="97800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dk1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lv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25">
            <a:extLst xmlns:a="http://schemas.openxmlformats.org/drawingml/2006/main">
              <a:ext uri="{FF2B5EF4-FFF2-40B4-BE49-F238E27FC236}">
                <a16:creationId xmlns:a16="http://schemas.microsoft.com/office/drawing/2014/main" id="{1EE4D743-E4A2-4A0A-BD98-4FE2A012F9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5350" y="663825"/>
            <a:ext cx="8943000" cy="561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t">
            <a:noAutofit/>
          </a:bodyPr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sz="1600">
                <a:latin typeface="Google Sans Flex Medium"/>
                <a:ea typeface="Google Sans Flex Medium"/>
                <a:cs typeface="Google Sans Flex Medium"/>
              </a:rPr>
              <a:t>Additional Details/Future Development (if any)</a:t>
            </a:r>
            <a:endParaRPr sz="1600">
              <a:latin typeface="Google Sans Flex Medium"/>
              <a:ea typeface="Google Sans Flex Medium"/>
              <a:cs typeface="Google Sans Flex Medium"/>
            </a:endParaRPr>
          </a:p>
        </p:txBody>
      </p:sp>
      <p:sp>
        <p:nvSpPr>
          <p:cNvPr id="154" name="">
            <a:extLst xmlns:a="http://schemas.openxmlformats.org/drawingml/2006/main">
              <a:ext uri="{FF2B5EF4-FFF2-40B4-BE49-F238E27FC236}">
                <a16:creationId xmlns:a16="http://schemas.microsoft.com/office/drawing/2014/main" id="{BF8A59F0-9F13-4D9D-A91B-9447644920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1950" y="4857750"/>
            <a:ext cx="7429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825" b="0">
                <a:solidFill>
                  <a:srgbClr val="665D57"/>
                </a:solidFill>
                <a:latin typeface="Google Sans Flex"/>
                <a:ea typeface="Google Sans Flex"/>
                <a:cs typeface="Google Sans Flex"/>
              </a:defRPr>
            </a:pPr>
            <a:r>
              <a:rPr sz="825" b="0">
                <a:solidFill>
                  <a:srgbClr val="665D57"/>
                </a:solidFill>
                <a:latin typeface="Google Sans Flex"/>
                <a:ea typeface="Google Sans Flex"/>
                <a:cs typeface="Google Sans Flex"/>
              </a:rPr>
              <a:t>MODEL CITIZENS  /  PROJECT IRENE</a:t>
            </a:r>
          </a:p>
        </p:txBody>
      </p:sp>
      <p:sp>
        <p:nvSpPr>
          <p:cNvPr id="155" name="">
            <a:extLst xmlns:a="http://schemas.openxmlformats.org/drawingml/2006/main">
              <a:ext uri="{FF2B5EF4-FFF2-40B4-BE49-F238E27FC236}">
                <a16:creationId xmlns:a16="http://schemas.microsoft.com/office/drawing/2014/main" id="{34980469-B794-40B3-BF5C-2F72859447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96300" y="4857750"/>
            <a:ext cx="285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825" b="0">
                <a:solidFill>
                  <a:srgbClr val="665D57"/>
                </a:solidFill>
                <a:latin typeface="Google Sans Flex"/>
                <a:ea typeface="Google Sans Flex"/>
                <a:cs typeface="Google Sans Flex"/>
              </a:defRPr>
            </a:pPr>
            <a:r>
              <a:rPr sz="825" b="0">
                <a:solidFill>
                  <a:srgbClr val="665D57"/>
                </a:solidFill>
                <a:latin typeface="Google Sans Flex"/>
                <a:ea typeface="Google Sans Flex"/>
                <a:cs typeface="Google Sans Flex"/>
              </a:rPr>
              <a:t>13</a:t>
            </a:r>
          </a:p>
        </p:txBody>
      </p:sp>
      <p:sp>
        <p:nvSpPr>
          <p:cNvPr id="156" name="">
            <a:extLst xmlns:a="http://schemas.openxmlformats.org/drawingml/2006/main">
              <a:ext uri="{FF2B5EF4-FFF2-40B4-BE49-F238E27FC236}">
                <a16:creationId xmlns:a16="http://schemas.microsoft.com/office/drawing/2014/main" id="{7A020715-259F-4730-AC7B-BA43848E52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1950" y="1323975"/>
            <a:ext cx="84201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500" b="1">
                <a:solidFill>
                  <a:srgbClr val="A9422A"/>
                </a:solidFill>
                <a:latin typeface="Google Sans Flex"/>
                <a:ea typeface="Google Sans Flex"/>
                <a:cs typeface="Google Sans Flex"/>
              </a:defRPr>
            </a:pPr>
            <a:r>
              <a:rPr sz="1500" b="1">
                <a:solidFill>
                  <a:srgbClr val="A9422A"/>
                </a:solidFill>
                <a:latin typeface="Google Sans Flex"/>
                <a:ea typeface="Google Sans Flex"/>
                <a:cs typeface="Google Sans Flex"/>
              </a:rPr>
              <a:t>Next: establish safe, appropriate group criteria</a:t>
            </a:r>
          </a:p>
        </p:txBody>
      </p:sp>
      <p:sp>
        <p:nvSpPr>
          <p:cNvPr id="157" name="">
            <a:extLst xmlns:a="http://schemas.openxmlformats.org/drawingml/2006/main">
              <a:ext uri="{FF2B5EF4-FFF2-40B4-BE49-F238E27FC236}">
                <a16:creationId xmlns:a16="http://schemas.microsoft.com/office/drawing/2014/main" id="{BF7154BB-9782-41D0-AF47-E677972601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1950" y="1666875"/>
            <a:ext cx="8420100" cy="542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26211E"/>
                </a:solidFill>
                <a:latin typeface="Google Sans Flex"/>
                <a:ea typeface="Google Sans Flex"/>
                <a:cs typeface="Google Sans Flex"/>
              </a:defRPr>
            </a:pPr>
            <a:r>
              <a:rPr sz="1350" b="0">
                <a:solidFill>
                  <a:srgbClr val="26211E"/>
                </a:solidFill>
                <a:latin typeface="Google Sans Flex"/>
                <a:ea typeface="Google Sans Flex"/>
                <a:cs typeface="Google Sans Flex"/>
              </a:rPr>
              <a:t>Work with qualified clinicians on suitability, consent, escalation and the limits of AI.</a:t>
            </a:r>
          </a:p>
          <a:p xmlns:a="http://schemas.openxmlformats.org/drawingml/2006/main">
            <a:pPr>
              <a:defRPr sz="1350" b="0">
                <a:solidFill>
                  <a:srgbClr val="26211E"/>
                </a:solidFill>
                <a:latin typeface="Google Sans Flex"/>
                <a:ea typeface="Google Sans Flex"/>
                <a:cs typeface="Google Sans Flex"/>
              </a:defRPr>
            </a:pPr>
            <a:r>
              <a:rPr sz="1350" b="0">
                <a:solidFill>
                  <a:srgbClr val="26211E"/>
                </a:solidFill>
                <a:latin typeface="Google Sans Flex"/>
                <a:ea typeface="Google Sans Flex"/>
                <a:cs typeface="Google Sans Flex"/>
              </a:rPr>
              <a:t>Evaluate labelled fictional cases before considering any service trial.</a:t>
            </a:r>
          </a:p>
        </p:txBody>
      </p:sp>
      <p:sp>
        <p:nvSpPr>
          <p:cNvPr id="158" name="">
            <a:extLst xmlns:a="http://schemas.openxmlformats.org/drawingml/2006/main">
              <a:ext uri="{FF2B5EF4-FFF2-40B4-BE49-F238E27FC236}">
                <a16:creationId xmlns:a16="http://schemas.microsoft.com/office/drawing/2014/main" id="{F8CD0810-5E85-4A0A-9895-254BD1980A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1950" y="2438400"/>
            <a:ext cx="84201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500" b="1">
                <a:solidFill>
                  <a:srgbClr val="A9422A"/>
                </a:solidFill>
                <a:latin typeface="Google Sans Flex"/>
                <a:ea typeface="Google Sans Flex"/>
                <a:cs typeface="Google Sans Flex"/>
              </a:defRPr>
            </a:pPr>
            <a:r>
              <a:rPr sz="1500" b="1">
                <a:solidFill>
                  <a:srgbClr val="A9422A"/>
                </a:solidFill>
                <a:latin typeface="Google Sans Flex"/>
                <a:ea typeface="Google Sans Flex"/>
                <a:cs typeface="Google Sans Flex"/>
              </a:rPr>
              <a:t>Then: validate access and economics</a:t>
            </a:r>
          </a:p>
        </p:txBody>
      </p:sp>
      <p:sp>
        <p:nvSpPr>
          <p:cNvPr id="159" name="">
            <a:extLst xmlns:a="http://schemas.openxmlformats.org/drawingml/2006/main">
              <a:ext uri="{FF2B5EF4-FFF2-40B4-BE49-F238E27FC236}">
                <a16:creationId xmlns:a16="http://schemas.microsoft.com/office/drawing/2014/main" id="{5DEF2C3E-311D-4698-9249-BDB0BC9532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1950" y="2781300"/>
            <a:ext cx="8420100" cy="542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26211E"/>
                </a:solidFill>
                <a:latin typeface="Google Sans Flex"/>
                <a:ea typeface="Google Sans Flex"/>
                <a:cs typeface="Google Sans Flex"/>
              </a:defRPr>
            </a:pPr>
            <a:r>
              <a:rPr sz="1350" b="0">
                <a:solidFill>
                  <a:srgbClr val="26211E"/>
                </a:solidFill>
                <a:latin typeface="Google Sans Flex"/>
                <a:ea typeface="Google Sans Flex"/>
                <a:cs typeface="Google Sans Flex"/>
              </a:rPr>
              <a:t>Explore campus counselling and nonprofit pilots. Measure out-of-pocket cost,</a:t>
            </a:r>
          </a:p>
          <a:p xmlns:a="http://schemas.openxmlformats.org/drawingml/2006/main">
            <a:pPr>
              <a:defRPr sz="1350" b="0">
                <a:solidFill>
                  <a:srgbClr val="26211E"/>
                </a:solidFill>
                <a:latin typeface="Google Sans Flex"/>
                <a:ea typeface="Google Sans Flex"/>
                <a:cs typeface="Google Sans Flex"/>
              </a:defRPr>
            </a:pPr>
            <a:r>
              <a:rPr sz="1350" b="0">
                <a:solidFill>
                  <a:srgbClr val="26211E"/>
                </a:solidFill>
                <a:latin typeface="Google Sans Flex"/>
                <a:ea typeface="Google Sans Flex"/>
                <a:cs typeface="Google Sans Flex"/>
              </a:rPr>
              <a:t>time to an appropriate group, attendance, comfort and therapist preparation time.</a:t>
            </a:r>
          </a:p>
        </p:txBody>
      </p:sp>
      <p:sp>
        <p:nvSpPr>
          <p:cNvPr id="160" name="">
            <a:extLst xmlns:a="http://schemas.openxmlformats.org/drawingml/2006/main">
              <a:ext uri="{FF2B5EF4-FFF2-40B4-BE49-F238E27FC236}">
                <a16:creationId xmlns:a16="http://schemas.microsoft.com/office/drawing/2014/main" id="{113842FD-BC1D-48A4-A7F5-386B626022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1950" y="3552825"/>
            <a:ext cx="84201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500" b="1">
                <a:solidFill>
                  <a:srgbClr val="A9422A"/>
                </a:solidFill>
                <a:latin typeface="Google Sans Flex"/>
                <a:ea typeface="Google Sans Flex"/>
                <a:cs typeface="Google Sans Flex"/>
              </a:defRPr>
            </a:pPr>
            <a:r>
              <a:rPr sz="1500" b="1">
                <a:solidFill>
                  <a:srgbClr val="A9422A"/>
                </a:solidFill>
                <a:latin typeface="Google Sans Flex"/>
                <a:ea typeface="Google Sans Flex"/>
                <a:cs typeface="Google Sans Flex"/>
              </a:rPr>
              <a:t>Grow only after the foundations are tested</a:t>
            </a:r>
          </a:p>
        </p:txBody>
      </p:sp>
      <p:sp>
        <p:nvSpPr>
          <p:cNvPr id="161" name="">
            <a:extLst xmlns:a="http://schemas.openxmlformats.org/drawingml/2006/main">
              <a:ext uri="{FF2B5EF4-FFF2-40B4-BE49-F238E27FC236}">
                <a16:creationId xmlns:a16="http://schemas.microsoft.com/office/drawing/2014/main" id="{3529C3AB-3725-4C5D-9A82-2A3E285BC3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1950" y="3895725"/>
            <a:ext cx="8420100" cy="542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26211E"/>
                </a:solidFill>
                <a:latin typeface="Google Sans Flex"/>
                <a:ea typeface="Google Sans Flex"/>
                <a:cs typeface="Google Sans Flex"/>
              </a:defRPr>
            </a:pPr>
            <a:r>
              <a:rPr sz="1350" b="0">
                <a:solidFill>
                  <a:srgbClr val="26211E"/>
                </a:solidFill>
                <a:latin typeface="Google Sans Flex"/>
                <a:ea typeface="Google Sans Flex"/>
                <a:cs typeface="Google Sans Flex"/>
              </a:rPr>
              <a:t>Validate sustainable pricing, accessibility and language support. Add paid sessions</a:t>
            </a:r>
          </a:p>
          <a:p xmlns:a="http://schemas.openxmlformats.org/drawingml/2006/main">
            <a:pPr>
              <a:defRPr sz="1350" b="0">
                <a:solidFill>
                  <a:srgbClr val="26211E"/>
                </a:solidFill>
                <a:latin typeface="Google Sans Flex"/>
                <a:ea typeface="Google Sans Flex"/>
                <a:cs typeface="Google Sans Flex"/>
              </a:defRPr>
            </a:pPr>
            <a:r>
              <a:rPr sz="1350" b="0">
                <a:solidFill>
                  <a:srgbClr val="26211E"/>
                </a:solidFill>
                <a:latin typeface="Google Sans Flex"/>
                <a:ea typeface="Google Sans Flex"/>
                <a:cs typeface="Google Sans Flex"/>
              </a:rPr>
              <a:t>and stronger operational governance only after professional and user review.</a:t>
            </a:r>
          </a:p>
        </p:txBody>
      </p:sp>
    </p:spTree>
    <p:extLst>
      <p:ext uri="{BB962C8B-B14F-4D97-AF65-F5344CB8AC3E}">
        <p14:creationId xmlns:p14="http://schemas.microsoft.com/office/powerpoint/2010/main" val="539658165"/>
      </p:ext>
    </p:extLst>
  </p:cSld>
</p:sld>
</file>

<file path=ppt/slides/slide1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70" name="Google Shape;156;p26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82de5509c1924010">
            <a:alphaModFix/>
          </a:blip>
          <a:srcRect xmlns:a="http://schemas.openxmlformats.org/drawingml/2006/main" l="0" t="0" r="0" b="98001"/>
          <a:stretch xmlns:a="http://schemas.openxmlformats.org/drawingml/2006/main"/>
        </p:blipFill>
        <p:spPr>
          <a:xfrm xmlns:a="http://schemas.openxmlformats.org/drawingml/2006/main">
            <a:off x="0" y="5093562"/>
            <a:ext cx="9144000" cy="54275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  <p:pic>
        <p:nvPicPr>
          <p:cNvPr id="171" name="Google Shape;157;p26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d828aa8433a406e">
            <a:alphaModFix/>
          </a:blip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1"/>
            <a:ext cx="9144000" cy="507359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  <p:sp>
        <p:nvSpPr>
          <p:cNvPr id="158" name="Google Shape;158;p26">
            <a:extLst xmlns:a="http://schemas.openxmlformats.org/drawingml/2006/main">
              <a:ext uri="{FF2B5EF4-FFF2-40B4-BE49-F238E27FC236}">
                <a16:creationId xmlns:a16="http://schemas.microsoft.com/office/drawing/2014/main" id="{49C59653-D308-4885-8643-69DCC53ADD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-29250" y="5071875"/>
            <a:ext cx="9173400" cy="97800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dk1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lv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26">
            <a:extLst xmlns:a="http://schemas.openxmlformats.org/drawingml/2006/main">
              <a:ext uri="{FF2B5EF4-FFF2-40B4-BE49-F238E27FC236}">
                <a16:creationId xmlns:a16="http://schemas.microsoft.com/office/drawing/2014/main" id="{0788FBE2-21BE-44A6-A935-50065C2C30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5367" y="663797"/>
            <a:ext cx="8943023" cy="561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t">
            <a:noAutofit/>
          </a:bodyPr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sz="1600">
                <a:latin typeface="Google Sans Flex Medium"/>
                <a:ea typeface="Google Sans Flex Medium"/>
                <a:cs typeface="Google Sans Flex Medium"/>
              </a:rPr>
              <a:t>Provide links to your:</a:t>
            </a:r>
            <a:endParaRPr sz="1600">
              <a:latin typeface="Google Sans Flex Medium"/>
              <a:ea typeface="Google Sans Flex Medium"/>
              <a:cs typeface="Google Sans Flex Medium"/>
            </a:endParaRPr>
          </a:p>
        </p:txBody>
      </p:sp>
      <p:sp>
        <p:nvSpPr>
          <p:cNvPr id="162" name="">
            <a:extLst xmlns:a="http://schemas.openxmlformats.org/drawingml/2006/main">
              <a:ext uri="{FF2B5EF4-FFF2-40B4-BE49-F238E27FC236}">
                <a16:creationId xmlns:a16="http://schemas.microsoft.com/office/drawing/2014/main" id="{5EA1535D-E9A3-4201-A450-70FAA6E4EA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1950" y="4857750"/>
            <a:ext cx="7429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825" b="0">
                <a:solidFill>
                  <a:srgbClr val="665D57"/>
                </a:solidFill>
                <a:latin typeface="Google Sans Flex"/>
                <a:ea typeface="Google Sans Flex"/>
                <a:cs typeface="Google Sans Flex"/>
              </a:defRPr>
            </a:pPr>
            <a:r>
              <a:rPr sz="825" b="0">
                <a:solidFill>
                  <a:srgbClr val="665D57"/>
                </a:solidFill>
                <a:latin typeface="Google Sans Flex"/>
                <a:ea typeface="Google Sans Flex"/>
                <a:cs typeface="Google Sans Flex"/>
              </a:rPr>
              <a:t>MODEL CITIZENS  /  PROJECT IRENE</a:t>
            </a:r>
          </a:p>
        </p:txBody>
      </p:sp>
      <p:sp>
        <p:nvSpPr>
          <p:cNvPr id="163" name="">
            <a:extLst xmlns:a="http://schemas.openxmlformats.org/drawingml/2006/main">
              <a:ext uri="{FF2B5EF4-FFF2-40B4-BE49-F238E27FC236}">
                <a16:creationId xmlns:a16="http://schemas.microsoft.com/office/drawing/2014/main" id="{E60829E2-9585-466A-90DD-1035CD7881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96300" y="4857750"/>
            <a:ext cx="285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825" b="0">
                <a:solidFill>
                  <a:srgbClr val="665D57"/>
                </a:solidFill>
                <a:latin typeface="Google Sans Flex"/>
                <a:ea typeface="Google Sans Flex"/>
                <a:cs typeface="Google Sans Flex"/>
              </a:defRPr>
            </a:pPr>
            <a:r>
              <a:rPr sz="825" b="0">
                <a:solidFill>
                  <a:srgbClr val="665D57"/>
                </a:solidFill>
                <a:latin typeface="Google Sans Flex"/>
                <a:ea typeface="Google Sans Flex"/>
                <a:cs typeface="Google Sans Flex"/>
              </a:rPr>
              <a:t>14</a:t>
            </a:r>
          </a:p>
        </p:txBody>
      </p:sp>
      <p:sp>
        <p:nvSpPr>
          <p:cNvPr id="164" name="">
            <a:extLst xmlns:a="http://schemas.openxmlformats.org/drawingml/2006/main">
              <a:ext uri="{FF2B5EF4-FFF2-40B4-BE49-F238E27FC236}">
                <a16:creationId xmlns:a16="http://schemas.microsoft.com/office/drawing/2014/main" id="{B90BABF8-0A7C-4227-8E37-AD113D8972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1950" y="1381125"/>
            <a:ext cx="8191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725" b="1">
                <a:solidFill>
                  <a:srgbClr val="A9422A"/>
                </a:solidFill>
                <a:latin typeface="Google Sans Flex"/>
                <a:ea typeface="Google Sans Flex"/>
                <a:cs typeface="Google Sans Flex"/>
              </a:defRPr>
            </a:pPr>
            <a:r>
              <a:rPr sz="1725" b="1">
                <a:solidFill>
                  <a:srgbClr val="A9422A"/>
                </a:solidFill>
                <a:latin typeface="Google Sans Flex"/>
                <a:ea typeface="Google Sans Flex"/>
                <a:cs typeface="Google Sans Flex"/>
              </a:rPr>
              <a:t>GitHub Public Repository</a:t>
            </a:r>
          </a:p>
        </p:txBody>
      </p:sp>
      <p:sp>
        <p:nvSpPr>
          <p:cNvPr id="165" name="">
            <a:extLst xmlns:a="http://schemas.openxmlformats.org/drawingml/2006/main">
              <a:ext uri="{FF2B5EF4-FFF2-40B4-BE49-F238E27FC236}">
                <a16:creationId xmlns:a16="http://schemas.microsoft.com/office/drawing/2014/main" id="{FD9B782B-C133-4EA8-9D8D-1B02041AB5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1950" y="1771650"/>
            <a:ext cx="8286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425" b="0">
                <a:solidFill>
                  <a:srgbClr val="A9422A"/>
                </a:solidFill>
                <a:latin typeface="Google Sans Flex"/>
                <a:ea typeface="Google Sans Flex"/>
                <a:cs typeface="Google Sans Flex"/>
              </a:defRPr>
            </a:pPr>
            <a:r>
              <a:rPr sz="1425" b="0">
                <a:solidFill>
                  <a:srgbClr val="A9422A"/>
                </a:solidFill>
                <a:latin typeface="Google Sans Flex"/>
                <a:ea typeface="Google Sans Flex"/>
                <a:cs typeface="Google Sans Flex"/>
                <a:hlinkClick xmlns:r="http://schemas.openxmlformats.org/officeDocument/2006/relationships" r:id="R5c5e6cf7e2a24a1b"/>
              </a:rPr>
              <a:t>github.com/TheAverageGatsby13/project-irene</a:t>
            </a:r>
          </a:p>
        </p:txBody>
      </p:sp>
      <p:sp>
        <p:nvSpPr>
          <p:cNvPr id="166" name="">
            <a:extLst xmlns:a="http://schemas.openxmlformats.org/drawingml/2006/main">
              <a:ext uri="{FF2B5EF4-FFF2-40B4-BE49-F238E27FC236}">
                <a16:creationId xmlns:a16="http://schemas.microsoft.com/office/drawing/2014/main" id="{8F117AAC-E885-46B5-ACB2-69DF2F5F91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1950" y="2533650"/>
            <a:ext cx="8191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725" b="1">
                <a:solidFill>
                  <a:srgbClr val="A9422A"/>
                </a:solidFill>
                <a:latin typeface="Google Sans Flex"/>
                <a:ea typeface="Google Sans Flex"/>
                <a:cs typeface="Google Sans Flex"/>
              </a:defRPr>
            </a:pPr>
            <a:r>
              <a:rPr sz="1725" b="1">
                <a:solidFill>
                  <a:srgbClr val="A9422A"/>
                </a:solidFill>
                <a:latin typeface="Google Sans Flex"/>
                <a:ea typeface="Google Sans Flex"/>
                <a:cs typeface="Google Sans Flex"/>
              </a:rPr>
              <a:t>Demo Video Link (3 Minutes)</a:t>
            </a:r>
          </a:p>
        </p:txBody>
      </p:sp>
      <p:sp>
        <p:nvSpPr>
          <p:cNvPr id="167" name="">
            <a:extLst xmlns:a="http://schemas.openxmlformats.org/drawingml/2006/main">
              <a:ext uri="{FF2B5EF4-FFF2-40B4-BE49-F238E27FC236}">
                <a16:creationId xmlns:a16="http://schemas.microsoft.com/office/drawing/2014/main" id="{15797DBC-2E61-4C00-9F64-FDD2E76F6B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1950" y="2924175"/>
            <a:ext cx="84201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665D57"/>
                </a:solidFill>
                <a:latin typeface="Google Sans Flex"/>
                <a:ea typeface="Google Sans Flex"/>
                <a:cs typeface="Google Sans Flex"/>
              </a:defRPr>
            </a:pPr>
            <a:r>
              <a:rPr sz="1500" b="0">
                <a:solidFill>
                  <a:srgbClr val="665D57"/>
                </a:solidFill>
                <a:latin typeface="Google Sans Flex"/>
                <a:ea typeface="Google Sans Flex"/>
                <a:cs typeface="Google Sans Flex"/>
              </a:rPr>
              <a:t>Indian English demo prepared · public upload link pending</a:t>
            </a:r>
          </a:p>
        </p:txBody>
      </p:sp>
      <p:sp>
        <p:nvSpPr>
          <p:cNvPr id="168" name="">
            <a:extLst xmlns:a="http://schemas.openxmlformats.org/drawingml/2006/main">
              <a:ext uri="{FF2B5EF4-FFF2-40B4-BE49-F238E27FC236}">
                <a16:creationId xmlns:a16="http://schemas.microsoft.com/office/drawing/2014/main" id="{857B263D-310E-4C55-88CE-2212416DA6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1950" y="3686175"/>
            <a:ext cx="8191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725" b="1">
                <a:solidFill>
                  <a:srgbClr val="A9422A"/>
                </a:solidFill>
                <a:latin typeface="Google Sans Flex"/>
                <a:ea typeface="Google Sans Flex"/>
                <a:cs typeface="Google Sans Flex"/>
              </a:defRPr>
            </a:pPr>
            <a:r>
              <a:rPr sz="1725" b="1">
                <a:solidFill>
                  <a:srgbClr val="A9422A"/>
                </a:solidFill>
                <a:latin typeface="Google Sans Flex"/>
                <a:ea typeface="Google Sans Flex"/>
                <a:cs typeface="Google Sans Flex"/>
              </a:rPr>
              <a:t>Final Product Link</a:t>
            </a:r>
          </a:p>
        </p:txBody>
      </p:sp>
      <p:sp>
        <p:nvSpPr>
          <p:cNvPr id="169" name="">
            <a:extLst xmlns:a="http://schemas.openxmlformats.org/drawingml/2006/main">
              <a:ext uri="{FF2B5EF4-FFF2-40B4-BE49-F238E27FC236}">
                <a16:creationId xmlns:a16="http://schemas.microsoft.com/office/drawing/2014/main" id="{3594865C-30BD-4BB9-9442-87AB0AC62F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1950" y="4076700"/>
            <a:ext cx="8286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425" b="0">
                <a:solidFill>
                  <a:srgbClr val="A9422A"/>
                </a:solidFill>
                <a:latin typeface="Google Sans Flex"/>
                <a:ea typeface="Google Sans Flex"/>
                <a:cs typeface="Google Sans Flex"/>
              </a:defRPr>
            </a:pPr>
            <a:r>
              <a:rPr sz="1425" b="0">
                <a:solidFill>
                  <a:srgbClr val="A9422A"/>
                </a:solidFill>
                <a:latin typeface="Google Sans Flex"/>
                <a:ea typeface="Google Sans Flex"/>
                <a:cs typeface="Google Sans Flex"/>
                <a:hlinkClick xmlns:r="http://schemas.openxmlformats.org/officeDocument/2006/relationships" r:id="R78a9432adea94257"/>
              </a:rPr>
              <a:t>project-irene-fd39e.web.app</a:t>
            </a:r>
          </a:p>
        </p:txBody>
      </p:sp>
    </p:spTree>
    <p:extLst>
      <p:ext uri="{BB962C8B-B14F-4D97-AF65-F5344CB8AC3E}">
        <p14:creationId xmlns:p14="http://schemas.microsoft.com/office/powerpoint/2010/main" val="907229998"/>
      </p:ext>
    </p:extLst>
  </p:cSld>
</p:sld>
</file>

<file path=ppt/slides/slide1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75" name="Google Shape;164;p27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f17df55246a243ed">
            <a:alphaModFix/>
          </a:blip>
          <a:srcRect xmlns:a="http://schemas.openxmlformats.org/drawingml/2006/main" l="0" t="0" r="0" b="98001"/>
          <a:stretch xmlns:a="http://schemas.openxmlformats.org/drawingml/2006/main"/>
        </p:blipFill>
        <p:spPr>
          <a:xfrm xmlns:a="http://schemas.openxmlformats.org/drawingml/2006/main">
            <a:off x="0" y="5093562"/>
            <a:ext cx="9144000" cy="54275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  <p:pic>
        <p:nvPicPr>
          <p:cNvPr id="176" name="Google Shape;165;p27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53a9aeb45e44872">
            <a:alphaModFix/>
          </a:blip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1"/>
            <a:ext cx="9144000" cy="507359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  <p:sp>
        <p:nvSpPr>
          <p:cNvPr id="166" name="Google Shape;166;p27">
            <a:extLst xmlns:a="http://schemas.openxmlformats.org/drawingml/2006/main">
              <a:ext uri="{FF2B5EF4-FFF2-40B4-BE49-F238E27FC236}">
                <a16:creationId xmlns:a16="http://schemas.microsoft.com/office/drawing/2014/main" id="{2CB8DE78-985E-47FC-815E-C8B41EF217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-29250" y="5071875"/>
            <a:ext cx="9173400" cy="97800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dk1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lv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9" name="">
            <a:extLst xmlns:a="http://schemas.openxmlformats.org/drawingml/2006/main">
              <a:ext uri="{FF2B5EF4-FFF2-40B4-BE49-F238E27FC236}">
                <a16:creationId xmlns:a16="http://schemas.microsoft.com/office/drawing/2014/main" id="{F3333427-8BA2-46F3-87C3-57CAD7A6BF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1950" y="4857750"/>
            <a:ext cx="7429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825" b="0">
                <a:solidFill>
                  <a:srgbClr val="665D57"/>
                </a:solidFill>
                <a:latin typeface="Google Sans Flex"/>
                <a:ea typeface="Google Sans Flex"/>
                <a:cs typeface="Google Sans Flex"/>
              </a:defRPr>
            </a:pPr>
            <a:r>
              <a:rPr sz="825" b="0">
                <a:solidFill>
                  <a:srgbClr val="665D57"/>
                </a:solidFill>
                <a:latin typeface="Google Sans Flex"/>
                <a:ea typeface="Google Sans Flex"/>
                <a:cs typeface="Google Sans Flex"/>
              </a:rPr>
              <a:t>MODEL CITIZENS  /  PROJECT IRENE</a:t>
            </a:r>
          </a:p>
        </p:txBody>
      </p:sp>
      <p:sp>
        <p:nvSpPr>
          <p:cNvPr id="170" name="">
            <a:extLst xmlns:a="http://schemas.openxmlformats.org/drawingml/2006/main">
              <a:ext uri="{FF2B5EF4-FFF2-40B4-BE49-F238E27FC236}">
                <a16:creationId xmlns:a16="http://schemas.microsoft.com/office/drawing/2014/main" id="{86F48CD7-EE74-4EA6-AB26-01DDDD35D6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96300" y="4857750"/>
            <a:ext cx="285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825" b="0">
                <a:solidFill>
                  <a:srgbClr val="665D57"/>
                </a:solidFill>
                <a:latin typeface="Google Sans Flex"/>
                <a:ea typeface="Google Sans Flex"/>
                <a:cs typeface="Google Sans Flex"/>
              </a:defRPr>
            </a:pPr>
            <a:r>
              <a:rPr sz="825" b="0">
                <a:solidFill>
                  <a:srgbClr val="665D57"/>
                </a:solidFill>
                <a:latin typeface="Google Sans Flex"/>
                <a:ea typeface="Google Sans Flex"/>
                <a:cs typeface="Google Sans Flex"/>
              </a:rPr>
              <a:t>15</a:t>
            </a:r>
          </a:p>
        </p:txBody>
      </p:sp>
      <p:sp>
        <p:nvSpPr>
          <p:cNvPr id="171" name="">
            <a:extLst xmlns:a="http://schemas.openxmlformats.org/drawingml/2006/main">
              <a:ext uri="{FF2B5EF4-FFF2-40B4-BE49-F238E27FC236}">
                <a16:creationId xmlns:a16="http://schemas.microsoft.com/office/drawing/2014/main" id="{97E13543-31C6-4731-9050-8E960FD8DB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1950" y="781050"/>
            <a:ext cx="84201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600" b="1">
                <a:solidFill>
                  <a:srgbClr val="26211E"/>
                </a:solidFill>
                <a:latin typeface="Google Sans Flex"/>
                <a:ea typeface="Google Sans Flex"/>
                <a:cs typeface="Google Sans Flex"/>
              </a:defRPr>
            </a:pPr>
            <a:r>
              <a:rPr sz="1600" b="1">
                <a:solidFill>
                  <a:srgbClr val="26211E"/>
                </a:solidFill>
                <a:latin typeface="Google Sans Flex"/>
                <a:ea typeface="Google Sans Flex"/>
                <a:cs typeface="Google Sans Flex"/>
              </a:rPr>
              <a:t>Why this belongs in Sustainability &amp; Social Impact</a:t>
            </a:r>
          </a:p>
        </p:txBody>
      </p:sp>
      <p:sp>
        <p:nvSpPr>
          <p:cNvPr id="172" name="">
            <a:extLst xmlns:a="http://schemas.openxmlformats.org/drawingml/2006/main">
              <a:ext uri="{FF2B5EF4-FFF2-40B4-BE49-F238E27FC236}">
                <a16:creationId xmlns:a16="http://schemas.microsoft.com/office/drawing/2014/main" id="{AADC9253-E845-4DBD-B698-EED8224846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1950" y="1590675"/>
            <a:ext cx="8420100" cy="933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850" b="1">
                <a:solidFill>
                  <a:srgbClr val="A9422A"/>
                </a:solidFill>
                <a:latin typeface="Google Sans Flex"/>
                <a:ea typeface="Google Sans Flex"/>
                <a:cs typeface="Google Sans Flex"/>
              </a:defRPr>
            </a:pPr>
            <a:r>
              <a:rPr sz="2850" b="1">
                <a:solidFill>
                  <a:srgbClr val="A9422A"/>
                </a:solidFill>
                <a:latin typeface="Google Sans Flex"/>
                <a:ea typeface="Google Sans Flex"/>
                <a:cs typeface="Google Sans Flex"/>
              </a:rPr>
              <a:t>The first step towards support should not</a:t>
            </a:r>
          </a:p>
          <a:p xmlns:a="http://schemas.openxmlformats.org/drawingml/2006/main">
            <a:pPr>
              <a:defRPr sz="2850" b="1">
                <a:solidFill>
                  <a:srgbClr val="A9422A"/>
                </a:solidFill>
                <a:latin typeface="Google Sans Flex"/>
                <a:ea typeface="Google Sans Flex"/>
                <a:cs typeface="Google Sans Flex"/>
              </a:defRPr>
            </a:pPr>
            <a:r>
              <a:rPr sz="2850" b="1">
                <a:solidFill>
                  <a:srgbClr val="A9422A"/>
                </a:solidFill>
                <a:latin typeface="Google Sans Flex"/>
                <a:ea typeface="Google Sans Flex"/>
                <a:cs typeface="Google Sans Flex"/>
              </a:rPr>
              <a:t>feel out of reach.</a:t>
            </a:r>
          </a:p>
        </p:txBody>
      </p:sp>
      <p:sp>
        <p:nvSpPr>
          <p:cNvPr id="173" name="">
            <a:extLst xmlns:a="http://schemas.openxmlformats.org/drawingml/2006/main">
              <a:ext uri="{FF2B5EF4-FFF2-40B4-BE49-F238E27FC236}">
                <a16:creationId xmlns:a16="http://schemas.microsoft.com/office/drawing/2014/main" id="{87E84E20-6666-45A0-9DD6-2939A0D859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1950" y="2733675"/>
            <a:ext cx="8420100" cy="1123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875" b="0">
                <a:solidFill>
                  <a:srgbClr val="26211E"/>
                </a:solidFill>
                <a:latin typeface="Google Sans Flex"/>
                <a:ea typeface="Google Sans Flex"/>
                <a:cs typeface="Google Sans Flex"/>
              </a:defRPr>
            </a:pPr>
            <a:r>
              <a:rPr sz="1875" b="0">
                <a:solidFill>
                  <a:srgbClr val="26211E"/>
                </a:solidFill>
                <a:latin typeface="Google Sans Flex"/>
                <a:ea typeface="Google Sans Flex"/>
                <a:cs typeface="Google Sans Flex"/>
              </a:rPr>
              <a:t>For someone worried about the fee.</a:t>
            </a:r>
          </a:p>
          <a:p xmlns:a="http://schemas.openxmlformats.org/drawingml/2006/main">
            <a:pPr>
              <a:defRPr sz="1875" b="0">
                <a:solidFill>
                  <a:srgbClr val="26211E"/>
                </a:solidFill>
                <a:latin typeface="Google Sans Flex"/>
                <a:ea typeface="Google Sans Flex"/>
                <a:cs typeface="Google Sans Flex"/>
              </a:defRPr>
            </a:pPr>
            <a:r>
              <a:rPr sz="1875" b="0">
                <a:solidFill>
                  <a:srgbClr val="26211E"/>
                </a:solidFill>
                <a:latin typeface="Google Sans Flex"/>
                <a:ea typeface="Google Sans Flex"/>
                <a:cs typeface="Google Sans Flex"/>
              </a:rPr>
              <a:t>For someone protecting their parents from worry.</a:t>
            </a:r>
          </a:p>
          <a:p xmlns:a="http://schemas.openxmlformats.org/drawingml/2006/main">
            <a:pPr>
              <a:defRPr sz="1875" b="0">
                <a:solidFill>
                  <a:srgbClr val="26211E"/>
                </a:solidFill>
                <a:latin typeface="Google Sans Flex"/>
                <a:ea typeface="Google Sans Flex"/>
                <a:cs typeface="Google Sans Flex"/>
              </a:defRPr>
            </a:pPr>
            <a:r>
              <a:rPr sz="1875" b="0">
                <a:solidFill>
                  <a:srgbClr val="26211E"/>
                </a:solidFill>
                <a:latin typeface="Google Sans Flex"/>
                <a:ea typeface="Google Sans Flex"/>
                <a:cs typeface="Google Sans Flex"/>
              </a:rPr>
              <a:t>For someone who wants to speak, but needs to begin privately.</a:t>
            </a:r>
          </a:p>
        </p:txBody>
      </p:sp>
      <p:sp>
        <p:nvSpPr>
          <p:cNvPr id="174" name="">
            <a:extLst xmlns:a="http://schemas.openxmlformats.org/drawingml/2006/main">
              <a:ext uri="{FF2B5EF4-FFF2-40B4-BE49-F238E27FC236}">
                <a16:creationId xmlns:a16="http://schemas.microsoft.com/office/drawing/2014/main" id="{6A8FF37E-ABEF-4F33-A352-337B101981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1950" y="4076700"/>
            <a:ext cx="84201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26211E"/>
                </a:solidFill>
                <a:latin typeface="Google Sans Flex"/>
                <a:ea typeface="Google Sans Flex"/>
                <a:cs typeface="Google Sans Flex"/>
              </a:defRPr>
            </a:pPr>
            <a:r>
              <a:rPr sz="1500" b="0">
                <a:solidFill>
                  <a:srgbClr val="26211E"/>
                </a:solidFill>
                <a:latin typeface="Google Sans Flex"/>
                <a:ea typeface="Google Sans Flex"/>
                <a:cs typeface="Google Sans Flex"/>
              </a:rPr>
              <a:t>Our intended impact: a lower financial barrier, more choice over disclosure,</a:t>
            </a:r>
          </a:p>
          <a:p xmlns:a="http://schemas.openxmlformats.org/drawingml/2006/main">
            <a:pPr>
              <a:defRPr sz="1500" b="0">
                <a:solidFill>
                  <a:srgbClr val="26211E"/>
                </a:solidFill>
                <a:latin typeface="Google Sans Flex"/>
                <a:ea typeface="Google Sans Flex"/>
                <a:cs typeface="Google Sans Flex"/>
              </a:defRPr>
            </a:pPr>
            <a:r>
              <a:rPr sz="1500" b="0">
                <a:solidFill>
                  <a:srgbClr val="26211E"/>
                </a:solidFill>
                <a:latin typeface="Google Sans Flex"/>
                <a:ea typeface="Google Sans Flex"/>
                <a:cs typeface="Google Sans Flex"/>
              </a:rPr>
              <a:t>and a path into professionally guided community.</a:t>
            </a:r>
          </a:p>
        </p:txBody>
      </p:sp>
    </p:spTree>
    <p:extLst>
      <p:ext uri="{BB962C8B-B14F-4D97-AF65-F5344CB8AC3E}">
        <p14:creationId xmlns:p14="http://schemas.microsoft.com/office/powerpoint/2010/main" val="728019578"/>
      </p:ext>
    </p:extLst>
  </p:cSld>
</p:sld>
</file>

<file path=ppt/slides/slide1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3" name="Google Shape;171;p28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3e12989d5ecd4cb1">
            <a:alphaModFix/>
          </a:blip>
          <a:srcRect xmlns:a="http://schemas.openxmlformats.org/drawingml/2006/main" l="0" t="0" r="0" b="98001"/>
          <a:stretch xmlns:a="http://schemas.openxmlformats.org/drawingml/2006/main"/>
        </p:blipFill>
        <p:spPr>
          <a:xfrm xmlns:a="http://schemas.openxmlformats.org/drawingml/2006/main">
            <a:off x="0" y="5093562"/>
            <a:ext cx="9144000" cy="54275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  <p:pic>
        <p:nvPicPr>
          <p:cNvPr id="4" name="Google Shape;172;p28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e91b71b6b5d45bc">
            <a:alphaModFix/>
          </a:blip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9144000" cy="5143516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</p:spTree>
    <p:extLst>
      <p:ext uri="{BB962C8B-B14F-4D97-AF65-F5344CB8AC3E}">
        <p14:creationId xmlns:p14="http://schemas.microsoft.com/office/powerpoint/2010/main" val="1871000649"/>
      </p:ext>
    </p:extLst>
  </p:cSld>
</p:sld>
</file>

<file path=ppt/theme/theme1.xml><?xml version="1.0" encoding="utf-8"?>
<a:theme xmlns:a="http://schemas.openxmlformats.org/drawingml/2006/main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Simple Light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>
          <a:solidFill>
            <a:schemeClr val="phClr">
              <a:shade val="95000"/>
              <a:satMod val="105000"/>
            </a:schemeClr>
          </a:solidFill>
          <a:prstDash val="solid"/>
        </a:ln>
        <a:ln w="25400">
          <a:solidFill>
            <a:schemeClr val="phClr"/>
          </a:solidFill>
          <a:prstDash val="solid"/>
        </a:ln>
        <a:ln w="38100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2026-10-11T17:03:37.9310000Z</dcterms:created>
  <dcterms:modified xsi:type="dcterms:W3CDTF">2026-10-11T17:03:37.9310000Z</dcterms:modified>
</coreProperties>
</file>