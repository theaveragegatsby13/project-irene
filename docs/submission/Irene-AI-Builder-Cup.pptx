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ab88c20dbe427f" /><Relationship Type="http://schemas.openxmlformats.org/officeDocument/2006/relationships/extended-properties" Target="/docProps/app.xml" Id="R9189efdbdb3b40e1" /><Relationship Type="http://schemas.openxmlformats.org/officeDocument/2006/relationships/officeDocument" Target="/ppt/presentation.xml" Id="Rc696c8477468492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658c58f9cc6439a"/>
  </p:sldMasterIdLst>
  <p:notesMasterIdLst>
    <p:notesMasterId xmlns:r="http://schemas.openxmlformats.org/officeDocument/2006/relationships" r:id="R2a62d3006c7746b4"/>
  </p:notesMasterIdLst>
  <p:sldIdLst>
    <p:sldId xmlns:r="http://schemas.openxmlformats.org/officeDocument/2006/relationships" id="256" r:id="R4c849b58a09048ac"/>
    <p:sldId xmlns:r="http://schemas.openxmlformats.org/officeDocument/2006/relationships" id="257" r:id="R4b12c262e7ec4103"/>
    <p:sldId xmlns:r="http://schemas.openxmlformats.org/officeDocument/2006/relationships" id="258" r:id="Ra583fa2cdb074dfd"/>
    <p:sldId xmlns:r="http://schemas.openxmlformats.org/officeDocument/2006/relationships" id="259" r:id="Re87d27f5c85847a4"/>
    <p:sldId xmlns:r="http://schemas.openxmlformats.org/officeDocument/2006/relationships" id="260" r:id="Re4db2699db8a4ed5"/>
    <p:sldId xmlns:r="http://schemas.openxmlformats.org/officeDocument/2006/relationships" id="261" r:id="R2adf550535f441a4"/>
    <p:sldId xmlns:r="http://schemas.openxmlformats.org/officeDocument/2006/relationships" id="262" r:id="Rade880b232af4f6d"/>
    <p:sldId xmlns:r="http://schemas.openxmlformats.org/officeDocument/2006/relationships" id="263" r:id="R0c0c34c842894438"/>
    <p:sldId xmlns:r="http://schemas.openxmlformats.org/officeDocument/2006/relationships" id="264" r:id="Rf355d25bfdde40a1"/>
    <p:sldId xmlns:r="http://schemas.openxmlformats.org/officeDocument/2006/relationships" id="265" r:id="Rf9ddd2e6d9bd453c"/>
    <p:sldId xmlns:r="http://schemas.openxmlformats.org/officeDocument/2006/relationships" id="266" r:id="R2d58cc63f0104285"/>
    <p:sldId xmlns:r="http://schemas.openxmlformats.org/officeDocument/2006/relationships" id="267" r:id="R4b3815f9e3ab4b25"/>
    <p:sldId xmlns:r="http://schemas.openxmlformats.org/officeDocument/2006/relationships" id="268" r:id="R02987e72be1540d3"/>
    <p:sldId xmlns:r="http://schemas.openxmlformats.org/officeDocument/2006/relationships" id="269" r:id="Rfdd3d549baaf491c"/>
    <p:sldId xmlns:r="http://schemas.openxmlformats.org/officeDocument/2006/relationships" id="270" r:id="R8aed6398376840da"/>
    <p:sldId xmlns:r="http://schemas.openxmlformats.org/officeDocument/2006/relationships" id="271" r:id="Rb39f5e39dc1d4956"/>
  </p:sldIdLst>
  <p:sldSz cx="9144000" cy="5143500"/>
  <p:notesSz cx="6858000" cy="9144000"/>
  <p:embeddedFontLst>
    <p:embeddedFont>
      <p:font typeface="Google Sans Flex Medium"/>
      <p:regular xmlns:r="http://schemas.openxmlformats.org/officeDocument/2006/relationships" r:id="Rc82ab1cc2b564720"/>
      <p:bold xmlns:r="http://schemas.openxmlformats.org/officeDocument/2006/relationships" r:id="R65bdf4051ecc45ef"/>
    </p:embeddedFont>
    <p:embeddedFont>
      <p:font typeface="Google Sans Flex"/>
      <p:regular xmlns:r="http://schemas.openxmlformats.org/officeDocument/2006/relationships" r:id="R8e1fc158ed404609"/>
      <p:bold xmlns:r="http://schemas.openxmlformats.org/officeDocument/2006/relationships" r:id="Rad63dc035fb34602"/>
    </p:embeddedFont>
    <p:embeddedFont>
      <p:font typeface="Google Sans Flex SemiBold"/>
      <p:regular xmlns:r="http://schemas.openxmlformats.org/officeDocument/2006/relationships" r:id="R070398e810874027"/>
      <p:bold xmlns:r="http://schemas.openxmlformats.org/officeDocument/2006/relationships" r:id="Rd8a9bbe6b3524b84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df07fb27dc49bf" /><Relationship Type="http://schemas.openxmlformats.org/officeDocument/2006/relationships/slideMaster" Target="/ppt/slideMasters/slideMaster1.xml" Id="R7658c58f9cc6439a" /><Relationship Type="http://schemas.openxmlformats.org/officeDocument/2006/relationships/notesMaster" Target="/ppt/notesMasters/notesMaster1.xml" Id="R2a62d3006c7746b4" /><Relationship Type="http://schemas.openxmlformats.org/officeDocument/2006/relationships/presProps" Target="/ppt/presProps.xml" Id="R4237e7dd473346ee" /><Relationship Type="http://schemas.openxmlformats.org/officeDocument/2006/relationships/viewProps" Target="/ppt/viewProps.xml" Id="R0b72d53a1f0f44b5" /><Relationship Type="http://schemas.openxmlformats.org/officeDocument/2006/relationships/tableStyles" Target="/ppt/tableStyles.xml" Id="R0ca8c774fb7e49dd" /><Relationship Type="http://schemas.openxmlformats.org/officeDocument/2006/relationships/font" Target="/ppt/fonts/font.dat" Id="Rc82ab1cc2b564720" /><Relationship Type="http://schemas.openxmlformats.org/officeDocument/2006/relationships/font" Target="/ppt/fonts/font2.dat" Id="R65bdf4051ecc45ef" /><Relationship Type="http://schemas.openxmlformats.org/officeDocument/2006/relationships/font" Target="/ppt/fonts/font3.dat" Id="R8e1fc158ed404609" /><Relationship Type="http://schemas.openxmlformats.org/officeDocument/2006/relationships/font" Target="/ppt/fonts/font4.dat" Id="Rad63dc035fb34602" /><Relationship Type="http://schemas.openxmlformats.org/officeDocument/2006/relationships/font" Target="/ppt/fonts/font5.dat" Id="R070398e810874027" /><Relationship Type="http://schemas.openxmlformats.org/officeDocument/2006/relationships/font" Target="/ppt/fonts/font6.dat" Id="Rd8a9bbe6b3524b84" /><Relationship Type="http://schemas.openxmlformats.org/officeDocument/2006/relationships/slide" Target="/ppt/slides/slide1.xml" Id="R4c849b58a09048ac" /><Relationship Type="http://schemas.openxmlformats.org/officeDocument/2006/relationships/slide" Target="/ppt/slides/slide2.xml" Id="R4b12c262e7ec4103" /><Relationship Type="http://schemas.openxmlformats.org/officeDocument/2006/relationships/slide" Target="/ppt/slides/slide3.xml" Id="Ra583fa2cdb074dfd" /><Relationship Type="http://schemas.openxmlformats.org/officeDocument/2006/relationships/slide" Target="/ppt/slides/slide4.xml" Id="Re87d27f5c85847a4" /><Relationship Type="http://schemas.openxmlformats.org/officeDocument/2006/relationships/slide" Target="/ppt/slides/slide5.xml" Id="Re4db2699db8a4ed5" /><Relationship Type="http://schemas.openxmlformats.org/officeDocument/2006/relationships/slide" Target="/ppt/slides/slide6.xml" Id="R2adf550535f441a4" /><Relationship Type="http://schemas.openxmlformats.org/officeDocument/2006/relationships/slide" Target="/ppt/slides/slide7.xml" Id="Rade880b232af4f6d" /><Relationship Type="http://schemas.openxmlformats.org/officeDocument/2006/relationships/slide" Target="/ppt/slides/slide8.xml" Id="R0c0c34c842894438" /><Relationship Type="http://schemas.openxmlformats.org/officeDocument/2006/relationships/slide" Target="/ppt/slides/slide9.xml" Id="Rf355d25bfdde40a1" /><Relationship Type="http://schemas.openxmlformats.org/officeDocument/2006/relationships/slide" Target="/ppt/slides/slide10.xml" Id="Rf9ddd2e6d9bd453c" /><Relationship Type="http://schemas.openxmlformats.org/officeDocument/2006/relationships/slide" Target="/ppt/slides/slide11.xml" Id="R2d58cc63f0104285" /><Relationship Type="http://schemas.openxmlformats.org/officeDocument/2006/relationships/slide" Target="/ppt/slides/slide12.xml" Id="R4b3815f9e3ab4b25" /><Relationship Type="http://schemas.openxmlformats.org/officeDocument/2006/relationships/slide" Target="/ppt/slides/slide13.xml" Id="R02987e72be1540d3" /><Relationship Type="http://schemas.openxmlformats.org/officeDocument/2006/relationships/slide" Target="/ppt/slides/slide14.xml" Id="Rfdd3d549baaf491c" /><Relationship Type="http://schemas.openxmlformats.org/officeDocument/2006/relationships/slide" Target="/ppt/slides/slide15.xml" Id="R8aed6398376840da" /><Relationship Type="http://schemas.openxmlformats.org/officeDocument/2006/relationships/slide" Target="/ppt/slides/slide16.xml" Id="Rb39f5e39dc1d49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436a1b933a452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e6bff348564cdf" /><Relationship Type="http://schemas.openxmlformats.org/officeDocument/2006/relationships/notesMaster" Target="/ppt/notesMasters/notesMaster1.xml" Id="R043ae19b34d14f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3af3bf147bf4bd8" /><Relationship Type="http://schemas.openxmlformats.org/officeDocument/2006/relationships/notesMaster" Target="/ppt/notesMasters/notesMaster1.xml" Id="R67aa8cba815b49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764106e5ae4e8d" /><Relationship Type="http://schemas.openxmlformats.org/officeDocument/2006/relationships/notesMaster" Target="/ppt/notesMasters/notesMaster1.xml" Id="R33bb9a08fef14c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2caea4b76a4b9b" /><Relationship Type="http://schemas.openxmlformats.org/officeDocument/2006/relationships/notesMaster" Target="/ppt/notesMasters/notesMaster1.xml" Id="Rbdf3816a6e5d4a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5aaddf3e62947a4" /><Relationship Type="http://schemas.openxmlformats.org/officeDocument/2006/relationships/notesMaster" Target="/ppt/notesMasters/notesMaster1.xml" Id="R38797317550840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769dc9a0e6423b" /><Relationship Type="http://schemas.openxmlformats.org/officeDocument/2006/relationships/notesMaster" Target="/ppt/notesMasters/notesMaster1.xml" Id="R644058b445f24e8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69c85b0a4f4890" /><Relationship Type="http://schemas.openxmlformats.org/officeDocument/2006/relationships/notesMaster" Target="/ppt/notesMasters/notesMaster1.xml" Id="R04b13f174033413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e930f0a9ba64347" /><Relationship Type="http://schemas.openxmlformats.org/officeDocument/2006/relationships/notesMaster" Target="/ppt/notesMasters/notesMaster1.xml" Id="R21632b4600274ac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722dad3ae9f4d46" /><Relationship Type="http://schemas.openxmlformats.org/officeDocument/2006/relationships/notesMaster" Target="/ppt/notesMasters/notesMaster1.xml" Id="R41e1eb4c3c4747e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4bb484b99c487d" /><Relationship Type="http://schemas.openxmlformats.org/officeDocument/2006/relationships/notesMaster" Target="/ppt/notesMasters/notesMaster1.xml" Id="R612514bc50db48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a1b1ebc7a074d7f" /><Relationship Type="http://schemas.openxmlformats.org/officeDocument/2006/relationships/notesMaster" Target="/ppt/notesMasters/notesMaster1.xml" Id="Ra1ef4f5d64d14c0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488472d6de04e1f" /><Relationship Type="http://schemas.openxmlformats.org/officeDocument/2006/relationships/notesMaster" Target="/ppt/notesMasters/notesMaster1.xml" Id="Rea962ecb6ef348a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0957af5b8e34c46" /><Relationship Type="http://schemas.openxmlformats.org/officeDocument/2006/relationships/notesMaster" Target="/ppt/notesMasters/notesMaster1.xml" Id="R0db3210baff940a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7612e54b4cf4791" /><Relationship Type="http://schemas.openxmlformats.org/officeDocument/2006/relationships/notesMaster" Target="/ppt/notesMasters/notesMaster1.xml" Id="R562a68c2489046e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5e8d55c42ac4ba6" /><Relationship Type="http://schemas.openxmlformats.org/officeDocument/2006/relationships/notesMaster" Target="/ppt/notesMasters/notesMaster1.xml" Id="Rc94488e74ce449c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bc6e311abe24976" /><Relationship Type="http://schemas.openxmlformats.org/officeDocument/2006/relationships/notesMaster" Target="/ppt/notesMasters/notesMaster1.xml" Id="Ra16ea8695ac140a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Project Irene | Model Citizens | Team leader: Debadrita Dutta. Theme: Sustainability &amp; Social Impact, with a social-good and healthcare-access focus. Founder motivation is the personal experience supplied by the team leader, not a population study.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Founder story paraphrased from the user’s own account. Pause after “they would worry.” This is the emotional starting point, not evidence of market demand. Current implementation evidence: frontend/src/Workspace.jsx; backend workflow/ExperienceService.java; docs/DEPLOYMENT_STATUS.md, verified 10 October 2026.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Positioning is a product hypothesis, not a claim of being the first or only group-support platform. The product does not guarantee confidentiality among group members, clinical suitability or lower total operating cost. Societal theme source: https://aibuildercup.com/themes.html (accessed 10 October 2026).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Implemented features, not future promises. Gemini embeddings contribute to similarity ranking; hard filters and professional review remain separate. Meet URLs are supplied manually; calendar integration is an ICS download, not a Google Calendar API integration. No payments are collected. Evidence: application workflow and deployment verification.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Workflow implemented in ExperienceService.java and matching services. Risk signal is experimental, not a clinically validated detector. Human review is mandatory and there is no live crisis monitoring. Shape boxes and connectors are editable.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deployed-app screenshots recorded 10 October 2026. All participant information shown is fictional. Images are cropped for readability without changing UI or values. Coral interface refined with Google Stitch; React/Vite implementation.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deployed architecture as of 10 October 2026. Firebase Hosting Spark; Cloud Run asia-south1 minimum 0, maximum 2; Supabase PostgreSQL Free, session pooler; Secret Manager runtime identity. Gemini Developer API, not Vertex AI. Cloud SQL, Firebase Authentication, Firestore, ADK, Gemma, DLP and automated Workspace APIs are not implemented. Evidence: docs/DEPLOYMENT_STATUS.md, application-hosted.yml, GoogleAiService.java, cloudbuild.yaml.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Implementation status, not a wishlist. Gemini generation model configured as gemini-3.5-flash-lite; embeddings gemini-embedding-001 (768 dimensions). Model identifiers are configurable. Refer to docs/DEPLOYMENT_STATUS.md and backend/src/main/java/com/irene/irene/ai/service/GoogleAiService.java. Google AI Studio can support API experimentation but is not claimed as a deployed component.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No billed expenditure or revenue measurement is claimed. Cost target assumes very light demo traffic within free/trial allowances, excluding professional time and development labor. Cloud Run min0 max2 do not cap total spending. Sources: https://firebase.google.com/pricing ; https://cloud.google.com/run/pricing ; https://ai.google.dev/gemini-api/docs/pricing ; https://supabase.com/pricing . Configuration evidence: docs/DEPLOYMENT_STATUS.md. Fee arithmetic is an illustrative team assumption.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Actual live-app screenshots, fictional demo only. Demo fee INR1,000 divided by 2 invited participants gives INR500 per participant. No real payment, appointment or Meet room was created. The video-created circle was cancelled after capture.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Recorded verification dated 10 October 2026, not a benchmark against competitors. Evidence: docs/DEPLOYMENT_STATUS.md; backend/target/surefire-reports; frontend/tests/authRouting.test.js; prior live release verification. Counts refer to software checks and fictional workflows, not patients. No latency, model-accuracy or clinical-outcome percentages are claimed.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Roadmap and potential channels only: no confirmed clinician partnership, campus contract, pilot participants or revenue. Before a real-health-data pilot, professional, legal, privacy and operational review would be required. This prototype is restricted to fictional data.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Repository and deployment links must be checked without account access before submission. Public demo-video URL must be supplied before submitting this deck if the pending label remains. Prepared video: docs/submission/video/Irene-Demo-English.mp4, 150.12 seconds, 1920x1080 with English synthetic narration and captions.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Theme alignment: https://aibuildercup.com/themes.html . Founder motivation supplied directly by Debadrita Dutta. Impact is intended, not yet demonstrated through a real-user study. Closing sentiment is original pitch copy based on that experience.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5c9008dfad4bc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f08d10770e419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467d76c823477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3476cca1af4a5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b3f3a1d90a4be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2054221d9c479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0d84a284074af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7498b56e5f410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ddefa66b6c4fe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a37f9f60ac40e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207d65348e4161" /></Relationships>
</file>

<file path=ppt/slideLayouts/slideLayout1.xml><?xml version="1.0" encoding="utf-8"?>
<ns0:sldLayout xmlns:ns0="http://schemas.openxmlformats.org/presentationml/2006/main" xmlns:ns1="http://schemas.openxmlformats.org/drawingml/2006/main" xmlns:ns2="http://schemas.microsoft.com/office/drawing/2014/main" matchingName="Title slide" type="title">
  <ns0:cSld name="TITLE">
    <ns0:spTree>
      <ns0:nvGrpSpPr>
        <ns0:cNvPr id="1" name=""/>
        <ns0:cNvGrpSpPr/>
        <ns0:nvPr/>
      </ns0:nvGrpSpPr>
      <ns0:grpSpPr>
        <ns1:xfrm/>
      </ns0:grpSpPr>
      <ns0:sp>
        <ns0:nvSpPr>
          <ns0:cNvPr id="10" name="Google Shape;10;p2">
            <ns1:extLst>
              <ns1:ext uri="{FF2B5EF4-FFF2-40B4-BE49-F238E27FC236}">
                <ns2:creationId id="{74DD7BC2-7BA4-439F-83DF-0B276771658A}"/>
              </ns1:ext>
            </ns1:extLst>
          </ns0:cNvPr>
          <ns0:cNvSpPr>
            <ns1:spLocks noGrp="1"/>
          </ns0:cNvSpPr>
          <ns0:nvPr>
            <ns0:ph type="ctrTitle"/>
          </ns0:nvPr>
        </ns0:nvSpPr>
        <ns0:spPr>
          <ns1:xfrm>
            <ns1:off x="311708" y="744575"/>
            <ns1:ext cx="8520600" cy="2052600"/>
          </ns1:xfrm>
          <ns1:prstGeom prst="rect">
            <ns1:avLst/>
          </ns1:prstGeom>
        </ns0:spPr>
        <ns0:txBody>
          <ns1:bodyPr spcFirstLastPara="1" wrap="square" lIns="91425" tIns="91425" rIns="91425" bIns="91425" anchor="b">
            <ns1:normAutofit/>
          </ns1:bodyPr>
          <ns1:lstStyle>
            <ns1:lvl1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1pPr>
            <ns1:lvl2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2pPr>
            <ns1:lvl3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3pPr>
            <ns1:lvl4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4pPr>
            <ns1:lvl5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5pPr>
            <ns1:lvl6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6pPr>
            <ns1:lvl7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7pPr>
            <ns1:lvl8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8pPr>
            <ns1:lvl9pPr algn="ctr">
              <ns1:spcBef>
                <ns1:spcPts val="0"/>
              </ns1:spcBef>
              <ns1:spcAft>
                <ns1:spcPts val="0"/>
              </ns1:spcAft>
              <ns1:buSzPts val="5200"/>
              <ns1:buNone/>
              <ns1:defRPr sz="5200"/>
            </ns1:lvl9pPr>
          </ns1:lstStyle>
          <ns1:p/>
        </ns0:txBody>
      </ns0:sp>
      <ns0:sp>
        <ns0:nvSpPr>
          <ns0:cNvPr id="11" name="Google Shape;11;p2">
            <ns1:extLst>
              <ns1:ext uri="{FF2B5EF4-FFF2-40B4-BE49-F238E27FC236}">
                <ns2:creationId id="{8A764BD5-D328-43EA-BD61-4FB01EAAF410}"/>
              </ns1:ext>
            </ns1:extLst>
          </ns0:cNvPr>
          <ns0:cNvSpPr>
            <ns1:spLocks noGrp="1"/>
          </ns0:cNvSpPr>
          <ns0:nvPr>
            <ns0:ph type="subTitle" idx="1"/>
          </ns0:nvPr>
        </ns0:nvSpPr>
        <ns0:spPr>
          <ns1:xfrm>
            <ns1:off x="311700" y="2834125"/>
            <ns1:ext cx="8520600" cy="7926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1pPr>
            <ns1:lvl2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2pPr>
            <ns1:lvl3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3pPr>
            <ns1:lvl4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4pPr>
            <ns1:lvl5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5pPr>
            <ns1:lvl6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6pPr>
            <ns1:lvl7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7pPr>
            <ns1:lvl8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8pPr>
            <ns1:lvl9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 sz="2800"/>
            </ns1:lvl9pPr>
          </ns1:lstStyle>
          <ns1:p/>
        </ns0:txBody>
      </ns0:sp>
      <ns0:sp>
        <ns0:nvSpPr>
          <ns0:cNvPr id="12" name="Google Shape;12;p2">
            <ns1:extLst>
              <ns1:ext uri="{FF2B5EF4-FFF2-40B4-BE49-F238E27FC236}">
                <ns2:creationId id="{4991934C-53F1-4F67-B193-559C279EBD7D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2.xml><?xml version="1.0" encoding="utf-8"?>
<ns0:sldLayout xmlns:ns0="http://schemas.openxmlformats.org/presentationml/2006/main" xmlns:ns1="http://schemas.openxmlformats.org/drawingml/2006/main" xmlns:ns2="http://schemas.microsoft.com/office/drawing/2014/main" matchingName="Section header" type="secHead">
  <ns0:cSld name="SECTION_HEADER">
    <ns0:spTree>
      <ns0:nvGrpSpPr>
        <ns0:cNvPr id="1" name=""/>
        <ns0:cNvGrpSpPr/>
        <ns0:nvPr/>
      </ns0:nvGrpSpPr>
      <ns0:grpSpPr>
        <ns1:xfrm/>
      </ns0:grpSpPr>
      <ns0:sp>
        <ns0:nvSpPr>
          <ns0:cNvPr id="14" name="Google Shape;14;p3">
            <ns1:extLst>
              <ns1:ext uri="{FF2B5EF4-FFF2-40B4-BE49-F238E27FC236}">
                <ns2:creationId id="{577A20F0-89E4-4E55-AABB-97CCA8C0D789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2150850"/>
            <ns1:ext cx="8520600" cy="8418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1pPr>
            <ns1:lvl2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2pPr>
            <ns1:lvl3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3pPr>
            <ns1:lvl4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4pPr>
            <ns1:lvl5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5pPr>
            <ns1:lvl6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6pPr>
            <ns1:lvl7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7pPr>
            <ns1:lvl8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8pPr>
            <ns1:lvl9pPr algn="ctr">
              <ns1:spcBef>
                <ns1:spcPts val="0"/>
              </ns1:spcBef>
              <ns1:spcAft>
                <ns1:spcPts val="0"/>
              </ns1:spcAft>
              <ns1:buSzPts val="3600"/>
              <ns1:buNone/>
              <ns1:defRPr sz="3600"/>
            </ns1:lvl9pPr>
          </ns1:lstStyle>
          <ns1:p/>
        </ns0:txBody>
      </ns0:sp>
      <ns0:sp>
        <ns0:nvSpPr>
          <ns0:cNvPr id="15" name="Google Shape;15;p3">
            <ns1:extLst>
              <ns1:ext uri="{FF2B5EF4-FFF2-40B4-BE49-F238E27FC236}">
                <ns2:creationId id="{2CF83E14-59FA-4EC9-AD10-06E6304CAE67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3.xml><?xml version="1.0" encoding="utf-8"?>
<ns0:sldLayout xmlns:ns0="http://schemas.openxmlformats.org/presentationml/2006/main" xmlns:ns1="http://schemas.openxmlformats.org/drawingml/2006/main" xmlns:ns2="http://schemas.microsoft.com/office/drawing/2014/main" matchingName="Title and body">
  <ns0:cSld name="TITLE_AND_BODY">
    <ns0:spTree>
      <ns0:nvGrpSpPr>
        <ns0:cNvPr id="1" name=""/>
        <ns0:cNvGrpSpPr/>
        <ns0:nvPr/>
      </ns0:nvGrpSpPr>
      <ns0:grpSpPr>
        <ns1:xfrm/>
      </ns0:grpSpPr>
      <ns0:sp>
        <ns0:nvSpPr>
          <ns0:cNvPr id="17" name="Google Shape;17;p4">
            <ns1:extLst>
              <ns1:ext uri="{FF2B5EF4-FFF2-40B4-BE49-F238E27FC236}">
                <ns2:creationId id="{EE63D17C-830E-4563-A9C0-C19CCD03C646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445025"/>
            <ns1:ext cx="8520600" cy="5727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1pPr>
            <ns1:lvl2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2pPr>
            <ns1:lvl3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3pPr>
            <ns1:lvl4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4pPr>
            <ns1:lvl5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5pPr>
            <ns1:lvl6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6pPr>
            <ns1:lvl7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7pPr>
            <ns1:lvl8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8pPr>
            <ns1:lvl9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9pPr>
          </ns1:lstStyle>
          <ns1:p/>
        </ns0:txBody>
      </ns0:sp>
      <ns0:sp>
        <ns0:nvSpPr>
          <ns0:cNvPr id="18" name="Google Shape;18;p4">
            <ns1:extLst>
              <ns1:ext uri="{FF2B5EF4-FFF2-40B4-BE49-F238E27FC236}">
                <ns2:creationId id="{F7F65C9B-3465-4048-9360-922310C74EDF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1152475"/>
            <ns1:ext cx="8520600" cy="34164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42900">
              <ns1:spcBef>
                <ns1:spcPts val="0"/>
              </ns1:spcBef>
              <ns1:spcAft>
                <ns1:spcPts val="0"/>
              </ns1:spcAft>
              <ns1:buSzPts val="1800"/>
              <ns1:buChar char="●"/>
              <ns1:defRPr/>
            </ns1:lvl1pPr>
            <ns1:lvl2pPr marL="9144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2pPr>
            <ns1:lvl3pPr marL="13716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3pPr>
            <ns1:lvl4pPr marL="18288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4pPr>
            <ns1:lvl5pPr marL="22860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5pPr>
            <ns1:lvl6pPr marL="27432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6pPr>
            <ns1:lvl7pPr marL="32004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7pPr>
            <ns1:lvl8pPr marL="36576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8pPr>
            <ns1:lvl9pPr marL="41148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9pPr>
          </ns1:lstStyle>
          <ns1:p/>
        </ns0:txBody>
      </ns0:sp>
      <ns0:sp>
        <ns0:nvSpPr>
          <ns0:cNvPr id="19" name="Google Shape;19;p4">
            <ns1:extLst>
              <ns1:ext uri="{FF2B5EF4-FFF2-40B4-BE49-F238E27FC236}">
                <ns2:creationId id="{992359C8-50AF-446E-8DC0-D9C7ECADD941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4.xml><?xml version="1.0" encoding="utf-8"?>
<ns0:sldLayout xmlns:ns0="http://schemas.openxmlformats.org/presentationml/2006/main" xmlns:ns1="http://schemas.openxmlformats.org/drawingml/2006/main" xmlns:ns2="http://schemas.microsoft.com/office/drawing/2014/main" matchingName="Title and two columns">
  <ns0:cSld name="TITLE_AND_TWO_COLUMNS">
    <ns0:spTree>
      <ns0:nvGrpSpPr>
        <ns0:cNvPr id="1" name=""/>
        <ns0:cNvGrpSpPr/>
        <ns0:nvPr/>
      </ns0:nvGrpSpPr>
      <ns0:grpSpPr>
        <ns1:xfrm/>
      </ns0:grpSpPr>
      <ns0:sp>
        <ns0:nvSpPr>
          <ns0:cNvPr id="21" name="Google Shape;21;p5">
            <ns1:extLst>
              <ns1:ext uri="{FF2B5EF4-FFF2-40B4-BE49-F238E27FC236}">
                <ns2:creationId id="{39710154-F0E9-449D-851A-C515942F5A55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445025"/>
            <ns1:ext cx="8520600" cy="5727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1pPr>
            <ns1:lvl2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2pPr>
            <ns1:lvl3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3pPr>
            <ns1:lvl4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4pPr>
            <ns1:lvl5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5pPr>
            <ns1:lvl6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6pPr>
            <ns1:lvl7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7pPr>
            <ns1:lvl8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8pPr>
            <ns1:lvl9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9pPr>
          </ns1:lstStyle>
          <ns1:p/>
        </ns0:txBody>
      </ns0:sp>
      <ns0:sp>
        <ns0:nvSpPr>
          <ns0:cNvPr id="22" name="Google Shape;22;p5">
            <ns1:extLst>
              <ns1:ext uri="{FF2B5EF4-FFF2-40B4-BE49-F238E27FC236}">
                <ns2:creationId id="{19CAE132-131A-4925-A7A2-61D0509DA936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1152475"/>
            <ns1:ext cx="3999900" cy="34164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 sz="1400"/>
            </ns1:lvl1pPr>
            <ns1:lvl2pPr marL="914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2pPr>
            <ns1:lvl3pPr marL="1371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3pPr>
            <ns1:lvl4pPr marL="1828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4pPr>
            <ns1:lvl5pPr marL="22860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5pPr>
            <ns1:lvl6pPr marL="27432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6pPr>
            <ns1:lvl7pPr marL="3200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7pPr>
            <ns1:lvl8pPr marL="3657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8pPr>
            <ns1:lvl9pPr marL="4114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9pPr>
          </ns1:lstStyle>
          <ns1:p/>
        </ns0:txBody>
      </ns0:sp>
      <ns0:sp>
        <ns0:nvSpPr>
          <ns0:cNvPr id="23" name="Google Shape;23;p5">
            <ns1:extLst>
              <ns1:ext uri="{FF2B5EF4-FFF2-40B4-BE49-F238E27FC236}">
                <ns2:creationId id="{D810C015-B559-45B8-A950-F2CCD368F337}"/>
              </ns1:ext>
            </ns1:extLst>
          </ns0:cNvPr>
          <ns0:cNvSpPr>
            <ns1:spLocks noGrp="1"/>
          </ns0:cNvSpPr>
          <ns0:nvPr>
            <ns0:ph type="body" idx="2"/>
          </ns0:nvPr>
        </ns0:nvSpPr>
        <ns0:spPr>
          <ns1:xfrm>
            <ns1:off x="4832400" y="1152475"/>
            <ns1:ext cx="3999900" cy="34164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 sz="1400"/>
            </ns1:lvl1pPr>
            <ns1:lvl2pPr marL="914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2pPr>
            <ns1:lvl3pPr marL="1371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3pPr>
            <ns1:lvl4pPr marL="1828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4pPr>
            <ns1:lvl5pPr marL="22860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5pPr>
            <ns1:lvl6pPr marL="27432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6pPr>
            <ns1:lvl7pPr marL="3200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7pPr>
            <ns1:lvl8pPr marL="3657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8pPr>
            <ns1:lvl9pPr marL="4114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9pPr>
          </ns1:lstStyle>
          <ns1:p/>
        </ns0:txBody>
      </ns0:sp>
      <ns0:sp>
        <ns0:nvSpPr>
          <ns0:cNvPr id="24" name="Google Shape;24;p5">
            <ns1:extLst>
              <ns1:ext uri="{FF2B5EF4-FFF2-40B4-BE49-F238E27FC236}">
                <ns2:creationId id="{7319CB17-4EF4-40D6-B337-5BCF69693459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5.xml><?xml version="1.0" encoding="utf-8"?>
<ns0:sldLayout xmlns:ns0="http://schemas.openxmlformats.org/presentationml/2006/main" xmlns:ns1="http://schemas.openxmlformats.org/drawingml/2006/main" xmlns:ns2="http://schemas.microsoft.com/office/drawing/2014/main" matchingName="Title only" type="titleOnly">
  <ns0:cSld name="TITLE_ONLY">
    <ns0:spTree>
      <ns0:nvGrpSpPr>
        <ns0:cNvPr id="1" name=""/>
        <ns0:cNvGrpSpPr/>
        <ns0:nvPr/>
      </ns0:nvGrpSpPr>
      <ns0:grpSpPr>
        <ns1:xfrm/>
      </ns0:grpSpPr>
      <ns0:sp>
        <ns0:nvSpPr>
          <ns0:cNvPr id="26" name="Google Shape;26;p6">
            <ns1:extLst>
              <ns1:ext uri="{FF2B5EF4-FFF2-40B4-BE49-F238E27FC236}">
                <ns2:creationId id="{64AE43C6-FF26-456A-8CB7-04A2A6EBDCA4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445025"/>
            <ns1:ext cx="8520600" cy="5727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1pPr>
            <ns1:lvl2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2pPr>
            <ns1:lvl3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3pPr>
            <ns1:lvl4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4pPr>
            <ns1:lvl5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5pPr>
            <ns1:lvl6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6pPr>
            <ns1:lvl7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7pPr>
            <ns1:lvl8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8pPr>
            <ns1:lvl9pPr>
              <ns1:spcBef>
                <ns1:spcPts val="0"/>
              </ns1:spcBef>
              <ns1:spcAft>
                <ns1:spcPts val="0"/>
              </ns1:spcAft>
              <ns1:buSzPts val="2800"/>
              <ns1:buNone/>
              <ns1:defRPr/>
            </ns1:lvl9pPr>
          </ns1:lstStyle>
          <ns1:p/>
        </ns0:txBody>
      </ns0:sp>
      <ns0:sp>
        <ns0:nvSpPr>
          <ns0:cNvPr id="27" name="Google Shape;27;p6">
            <ns1:extLst>
              <ns1:ext uri="{FF2B5EF4-FFF2-40B4-BE49-F238E27FC236}">
                <ns2:creationId id="{B17377F6-31D2-40EA-BBB0-2C0C70BA855B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6.xml><?xml version="1.0" encoding="utf-8"?>
<ns0:sldLayout xmlns:ns0="http://schemas.openxmlformats.org/presentationml/2006/main" xmlns:ns1="http://schemas.openxmlformats.org/drawingml/2006/main" xmlns:ns2="http://schemas.microsoft.com/office/drawing/2014/main" matchingName="One column text">
  <ns0:cSld name="ONE_COLUMN_TEXT">
    <ns0:spTree>
      <ns0:nvGrpSpPr>
        <ns0:cNvPr id="1" name=""/>
        <ns0:cNvGrpSpPr/>
        <ns0:nvPr/>
      </ns0:nvGrpSpPr>
      <ns0:grpSpPr>
        <ns1:xfrm/>
      </ns0:grpSpPr>
      <ns0:sp>
        <ns0:nvSpPr>
          <ns0:cNvPr id="29" name="Google Shape;29;p7">
            <ns1:extLst>
              <ns1:ext uri="{FF2B5EF4-FFF2-40B4-BE49-F238E27FC236}">
                <ns2:creationId id="{370951D0-3C9C-4C1A-8E0C-48F2C5F6707F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555600"/>
            <ns1:ext cx="2808000" cy="755700"/>
          </ns1:xfrm>
          <ns1:prstGeom prst="rect">
            <ns1:avLst/>
          </ns1:prstGeom>
        </ns0:spPr>
        <ns0:txBody>
          <ns1:bodyPr spcFirstLastPara="1" wrap="square" lIns="91425" tIns="91425" rIns="91425" bIns="91425" anchor="b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1pPr>
            <ns1:lvl2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2pPr>
            <ns1:lvl3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3pPr>
            <ns1:lvl4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4pPr>
            <ns1:lvl5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5pPr>
            <ns1:lvl6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6pPr>
            <ns1:lvl7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7pPr>
            <ns1:lvl8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8pPr>
            <ns1:lvl9pPr>
              <ns1:spcBef>
                <ns1:spcPts val="0"/>
              </ns1:spcBef>
              <ns1:spcAft>
                <ns1:spcPts val="0"/>
              </ns1:spcAft>
              <ns1:buSzPts val="2400"/>
              <ns1:buNone/>
              <ns1:defRPr sz="2400"/>
            </ns1:lvl9pPr>
          </ns1:lstStyle>
          <ns1:p/>
        </ns0:txBody>
      </ns0:sp>
      <ns0:sp>
        <ns0:nvSpPr>
          <ns0:cNvPr id="30" name="Google Shape;30;p7">
            <ns1:extLst>
              <ns1:ext uri="{FF2B5EF4-FFF2-40B4-BE49-F238E27FC236}">
                <ns2:creationId id="{8720259D-B0B7-4547-B39F-816956DCCB8B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1389600"/>
            <ns1:ext cx="2808000" cy="31794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1pPr>
            <ns1:lvl2pPr marL="914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2pPr>
            <ns1:lvl3pPr marL="1371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3pPr>
            <ns1:lvl4pPr marL="1828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4pPr>
            <ns1:lvl5pPr marL="22860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5pPr>
            <ns1:lvl6pPr marL="27432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6pPr>
            <ns1:lvl7pPr marL="32004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●"/>
              <ns1:defRPr sz="1200"/>
            </ns1:lvl7pPr>
            <ns1:lvl8pPr marL="36576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○"/>
              <ns1:defRPr sz="1200"/>
            </ns1:lvl8pPr>
            <ns1:lvl9pPr marL="4114800" indent="-304800">
              <ns1:spcBef>
                <ns1:spcPts val="0"/>
              </ns1:spcBef>
              <ns1:spcAft>
                <ns1:spcPts val="0"/>
              </ns1:spcAft>
              <ns1:buSzPts val="1200"/>
              <ns1:buChar char="■"/>
              <ns1:defRPr sz="1200"/>
            </ns1:lvl9pPr>
          </ns1:lstStyle>
          <ns1:p/>
        </ns0:txBody>
      </ns0:sp>
      <ns0:sp>
        <ns0:nvSpPr>
          <ns0:cNvPr id="31" name="Google Shape;31;p7">
            <ns1:extLst>
              <ns1:ext uri="{FF2B5EF4-FFF2-40B4-BE49-F238E27FC236}">
                <ns2:creationId id="{4D135CCD-EE2D-4D77-AFF0-87A23C7B2D47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7.xml><?xml version="1.0" encoding="utf-8"?>
<ns0:sldLayout xmlns:ns0="http://schemas.openxmlformats.org/presentationml/2006/main" xmlns:ns1="http://schemas.openxmlformats.org/drawingml/2006/main" xmlns:ns2="http://schemas.microsoft.com/office/drawing/2014/main" matchingName="Main point">
  <ns0:cSld name="MAIN_POINT">
    <ns0:spTree>
      <ns0:nvGrpSpPr>
        <ns0:cNvPr id="1" name=""/>
        <ns0:cNvGrpSpPr/>
        <ns0:nvPr/>
      </ns0:nvGrpSpPr>
      <ns0:grpSpPr>
        <ns1:xfrm/>
      </ns0:grpSpPr>
      <ns0:sp>
        <ns0:nvSpPr>
          <ns0:cNvPr id="33" name="Google Shape;33;p8">
            <ns1:extLst>
              <ns1:ext uri="{FF2B5EF4-FFF2-40B4-BE49-F238E27FC236}">
                <ns2:creationId id="{3E57A622-4860-4E85-995D-FFBCD086642A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490250" y="450150"/>
            <ns1:ext cx="6367800" cy="40908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1pPr>
            <ns1:lvl2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2pPr>
            <ns1:lvl3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3pPr>
            <ns1:lvl4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4pPr>
            <ns1:lvl5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5pPr>
            <ns1:lvl6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6pPr>
            <ns1:lvl7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7pPr>
            <ns1:lvl8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8pPr>
            <ns1:lvl9pPr>
              <ns1:spcBef>
                <ns1:spcPts val="0"/>
              </ns1:spcBef>
              <ns1:spcAft>
                <ns1:spcPts val="0"/>
              </ns1:spcAft>
              <ns1:buSzPts val="4800"/>
              <ns1:buNone/>
              <ns1:defRPr sz="4800"/>
            </ns1:lvl9pPr>
          </ns1:lstStyle>
          <ns1:p/>
        </ns0:txBody>
      </ns0:sp>
      <ns0:sp>
        <ns0:nvSpPr>
          <ns0:cNvPr id="34" name="Google Shape;34;p8">
            <ns1:extLst>
              <ns1:ext uri="{FF2B5EF4-FFF2-40B4-BE49-F238E27FC236}">
                <ns2:creationId id="{D661FC1B-98D1-405B-AC83-FC8CF5D6CF07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8.xml><?xml version="1.0" encoding="utf-8"?>
<ns0:sldLayout xmlns:ns0="http://schemas.openxmlformats.org/presentationml/2006/main" xmlns:ns1="http://schemas.openxmlformats.org/drawingml/2006/main" xmlns:ns2="http://schemas.microsoft.com/office/drawing/2014/main" matchingName="Section title and description">
  <ns0:cSld name="SECTION_TITLE_AND_DESCRIPTION">
    <ns0:spTree>
      <ns0:nvGrpSpPr>
        <ns0:cNvPr id="1" name=""/>
        <ns0:cNvGrpSpPr/>
        <ns0:nvPr/>
      </ns0:nvGrpSpPr>
      <ns0:grpSpPr>
        <ns1:xfrm/>
      </ns0:grpSpPr>
      <ns0:sp>
        <ns0:nvSpPr>
          <ns0:cNvPr id="36" name="Google Shape;36;p9">
            <ns1:extLst>
              <ns1:ext uri="{FF2B5EF4-FFF2-40B4-BE49-F238E27FC236}">
                <ns2:creationId id="{4AD68A7C-A28A-4952-B4FE-BD470C5C39F7}"/>
              </ns1:ext>
            </ns1:extLst>
          </ns0:cNvPr>
          <ns0:cNvSpPr>
            <ns1:spLocks noGrp="1"/>
          </ns0:cNvSpPr>
          <ns0:nvPr/>
        </ns0:nvSpPr>
        <ns0:spPr>
          <ns1:xfrm>
            <ns1:off x="4572000" y="-125"/>
            <ns1:ext cx="4572000" cy="5143500"/>
          </ns1:xfrm>
          <ns1:prstGeom prst="rect">
            <ns1:avLst/>
          </ns1:prstGeom>
          <ns1:solidFill>
            <ns1:schemeClr val="lt2"/>
          </ns1:solidFill>
          <ns1:ln>
            <ns1:noFill/>
          </ns1:ln>
        </ns0:spPr>
        <ns0:txBody>
          <ns1:bodyPr spcFirstLastPara="1" wrap="square" lIns="91425" tIns="91425" rIns="91425" bIns="91425" anchor="ctr">
            <ns1:noAutofit/>
          </ns1:bodyPr>
          <ns1:lstStyle/>
          <ns1:p>
            <ns1:pPr marL="0" lvl="0" indent="0" algn="l">
              <ns1:spcBef>
                <ns1:spcPts val="0"/>
              </ns1:spcBef>
              <ns1:spcAft>
                <ns1:spcPts val="0"/>
              </ns1:spcAft>
              <ns1:buNone/>
            </ns1:pPr>
            <ns1:r>
              <ns1:t/>
            </ns1:r>
            <ns1:endParaRPr/>
          </ns1:p>
        </ns0:txBody>
      </ns0:sp>
      <ns0:sp>
        <ns0:nvSpPr>
          <ns0:cNvPr id="37" name="Google Shape;37;p9">
            <ns1:extLst>
              <ns1:ext uri="{FF2B5EF4-FFF2-40B4-BE49-F238E27FC236}">
                <ns2:creationId id="{3B42638E-569B-4F9E-AED8-816BEB1506EC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265500" y="1233175"/>
            <ns1:ext cx="4045200" cy="1482300"/>
          </ns1:xfrm>
          <ns1:prstGeom prst="rect">
            <ns1:avLst/>
          </ns1:prstGeom>
        </ns0:spPr>
        <ns0:txBody>
          <ns1:bodyPr spcFirstLastPara="1" wrap="square" lIns="91425" tIns="91425" rIns="91425" bIns="91425" anchor="b">
            <ns1:normAutofit/>
          </ns1:bodyPr>
          <ns1:lstStyle>
            <ns1:lvl1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1pPr>
            <ns1:lvl2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2pPr>
            <ns1:lvl3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3pPr>
            <ns1:lvl4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4pPr>
            <ns1:lvl5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5pPr>
            <ns1:lvl6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6pPr>
            <ns1:lvl7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7pPr>
            <ns1:lvl8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8pPr>
            <ns1:lvl9pPr algn="ctr">
              <ns1:spcBef>
                <ns1:spcPts val="0"/>
              </ns1:spcBef>
              <ns1:spcAft>
                <ns1:spcPts val="0"/>
              </ns1:spcAft>
              <ns1:buSzPts val="4200"/>
              <ns1:buNone/>
              <ns1:defRPr sz="4200"/>
            </ns1:lvl9pPr>
          </ns1:lstStyle>
          <ns1:p/>
        </ns0:txBody>
      </ns0:sp>
      <ns0:sp>
        <ns0:nvSpPr>
          <ns0:cNvPr id="38" name="Google Shape;38;p9">
            <ns1:extLst>
              <ns1:ext uri="{FF2B5EF4-FFF2-40B4-BE49-F238E27FC236}">
                <ns2:creationId id="{264F2ED0-24A5-4C80-8784-BC7CD1E41A8F}"/>
              </ns1:ext>
            </ns1:extLst>
          </ns0:cNvPr>
          <ns0:cNvSpPr>
            <ns1:spLocks noGrp="1"/>
          </ns0:cNvSpPr>
          <ns0:nvPr>
            <ns0:ph type="subTitle" idx="1"/>
          </ns0:nvPr>
        </ns0:nvSpPr>
        <ns0:spPr>
          <ns1:xfrm>
            <ns1:off x="265500" y="2803075"/>
            <ns1:ext cx="4045200" cy="12351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1pPr>
            <ns1:lvl2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2pPr>
            <ns1:lvl3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3pPr>
            <ns1:lvl4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4pPr>
            <ns1:lvl5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5pPr>
            <ns1:lvl6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6pPr>
            <ns1:lvl7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7pPr>
            <ns1:lvl8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8pPr>
            <ns1:lvl9pPr algn="ctr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2100"/>
              <ns1:buNone/>
              <ns1:defRPr sz="2100"/>
            </ns1:lvl9pPr>
          </ns1:lstStyle>
          <ns1:p/>
        </ns0:txBody>
      </ns0:sp>
      <ns0:sp>
        <ns0:nvSpPr>
          <ns0:cNvPr id="39" name="Google Shape;39;p9">
            <ns1:extLst>
              <ns1:ext uri="{FF2B5EF4-FFF2-40B4-BE49-F238E27FC236}">
                <ns2:creationId id="{AB56BB75-96B7-4109-80FA-18EE26FEC2D8}"/>
              </ns1:ext>
            </ns1:extLst>
          </ns0:cNvPr>
          <ns0:cNvSpPr>
            <ns1:spLocks noGrp="1"/>
          </ns0:cNvSpPr>
          <ns0:nvPr>
            <ns0:ph type="body" idx="2"/>
          </ns0:nvPr>
        </ns0:nvSpPr>
        <ns0:spPr>
          <ns1:xfrm>
            <ns1:off x="4939500" y="724075"/>
            <ns1:ext cx="3837000" cy="36951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 marL="457200" indent="-342900">
              <ns1:spcBef>
                <ns1:spcPts val="0"/>
              </ns1:spcBef>
              <ns1:spcAft>
                <ns1:spcPts val="0"/>
              </ns1:spcAft>
              <ns1:buSzPts val="1800"/>
              <ns1:buChar char="●"/>
              <ns1:defRPr/>
            </ns1:lvl1pPr>
            <ns1:lvl2pPr marL="9144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2pPr>
            <ns1:lvl3pPr marL="13716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3pPr>
            <ns1:lvl4pPr marL="18288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4pPr>
            <ns1:lvl5pPr marL="22860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5pPr>
            <ns1:lvl6pPr marL="27432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6pPr>
            <ns1:lvl7pPr marL="32004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7pPr>
            <ns1:lvl8pPr marL="36576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8pPr>
            <ns1:lvl9pPr marL="4114800" indent="-317500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9pPr>
          </ns1:lstStyle>
          <ns1:p/>
        </ns0:txBody>
      </ns0:sp>
      <ns0:sp>
        <ns0:nvSpPr>
          <ns0:cNvPr id="40" name="Google Shape;40;p9">
            <ns1:extLst>
              <ns1:ext uri="{FF2B5EF4-FFF2-40B4-BE49-F238E27FC236}">
                <ns2:creationId id="{9D7EF5B9-B04D-468D-BEDE-5FE67F11139F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9.xml><?xml version="1.0" encoding="utf-8"?>
<ns0:sldLayout xmlns:ns0="http://schemas.openxmlformats.org/presentationml/2006/main" xmlns:ns1="http://schemas.openxmlformats.org/drawingml/2006/main" xmlns:ns2="http://schemas.microsoft.com/office/drawing/2014/main" matchingName="Caption">
  <ns0:cSld name="CAPTION_ONLY">
    <ns0:spTree>
      <ns0:nvGrpSpPr>
        <ns0:cNvPr id="1" name=""/>
        <ns0:cNvGrpSpPr/>
        <ns0:nvPr/>
      </ns0:nvGrpSpPr>
      <ns0:grpSpPr>
        <ns1:xfrm/>
      </ns0:grpSpPr>
      <ns0:sp>
        <ns0:nvSpPr>
          <ns0:cNvPr id="42" name="Google Shape;42;p10">
            <ns1:extLst>
              <ns1:ext uri="{FF2B5EF4-FFF2-40B4-BE49-F238E27FC236}">
                <ns2:creationId id="{2211E5A4-64AB-472F-BF17-FEEB8BD0488A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4230575"/>
            <ns1:ext cx="5998800" cy="6051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 marL="457200" indent="-22860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SzPts val="1800"/>
              <ns1:buNone/>
              <ns1:defRPr/>
            </ns1:lvl1pPr>
          </ns1:lstStyle>
          <ns1:p/>
        </ns0:txBody>
      </ns0:sp>
      <ns0:sp>
        <ns0:nvSpPr>
          <ns0:cNvPr id="43" name="Google Shape;43;p10">
            <ns1:extLst>
              <ns1:ext uri="{FF2B5EF4-FFF2-40B4-BE49-F238E27FC236}">
                <ns2:creationId id="{B1E83551-813D-47A0-BB3F-32902232FE43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10.xml><?xml version="1.0" encoding="utf-8"?>
<ns0:sldLayout xmlns:ns0="http://schemas.openxmlformats.org/presentationml/2006/main" xmlns:ns1="http://schemas.openxmlformats.org/drawingml/2006/main" xmlns:ns2="http://schemas.microsoft.com/office/drawing/2014/main" matchingName="Big number">
  <ns0:cSld name="BIG_NUMBER">
    <ns0:spTree>
      <ns0:nvGrpSpPr>
        <ns0:cNvPr id="1" name=""/>
        <ns0:cNvGrpSpPr/>
        <ns0:nvPr/>
      </ns0:nvGrpSpPr>
      <ns0:grpSpPr>
        <ns1:xfrm/>
      </ns0:grpSpPr>
      <ns0:sp>
        <ns0:nvSpPr>
          <ns0:cNvPr id="45" name="Google Shape;45;p11">
            <ns1:extLst>
              <ns1:ext uri="{FF2B5EF4-FFF2-40B4-BE49-F238E27FC236}">
                <ns2:creationId id="{223334A1-AFAA-44FF-AABA-DF86A2FAAA77}"/>
              </ns1:ext>
            </ns1:extLst>
          </ns0:cNvPr>
          <ns0:cNvSpPr>
            <ns1:spLocks noGrp="1"/>
          </ns0:cNvSpPr>
          <ns0:nvPr>
            <ns0:ph type="title" hasCustomPrompt="1"/>
          </ns0:nvPr>
        </ns0:nvSpPr>
        <ns0:spPr>
          <ns1:xfrm>
            <ns1:off x="311700" y="1106125"/>
            <ns1:ext cx="8520600" cy="1963500"/>
          </ns1:xfrm>
          <ns1:prstGeom prst="rect">
            <ns1:avLst/>
          </ns1:prstGeom>
        </ns0:spPr>
        <ns0:txBody>
          <ns1:bodyPr spcFirstLastPara="1" wrap="square" lIns="91425" tIns="91425" rIns="91425" bIns="91425" anchor="b">
            <ns1:normAutofit/>
          </ns1:bodyPr>
          <ns1:lstStyle>
            <ns1:lvl1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1pPr>
            <ns1:lvl2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2pPr>
            <ns1:lvl3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3pPr>
            <ns1:lvl4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4pPr>
            <ns1:lvl5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5pPr>
            <ns1:lvl6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6pPr>
            <ns1:lvl7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7pPr>
            <ns1:lvl8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8pPr>
            <ns1:lvl9pPr algn="ctr">
              <ns1:spcBef>
                <ns1:spcPts val="0"/>
              </ns1:spcBef>
              <ns1:spcAft>
                <ns1:spcPts val="0"/>
              </ns1:spcAft>
              <ns1:buSzPts val="12000"/>
              <ns1:buNone/>
              <ns1:defRPr sz="12000"/>
            </ns1:lvl9pPr>
          </ns1:lstStyle>
          <ns1:p>
            <ns1:r>
              <ns1:t>xx%</ns1:t>
            </ns1:r>
          </ns1:p>
        </ns0:txBody>
      </ns0:sp>
      <ns0:sp>
        <ns0:nvSpPr>
          <ns0:cNvPr id="46" name="Google Shape;46;p11">
            <ns1:extLst>
              <ns1:ext uri="{FF2B5EF4-FFF2-40B4-BE49-F238E27FC236}">
                <ns2:creationId id="{9AE315C0-27FB-4A70-A678-3A1804D38CD6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3152225"/>
            <ns1:ext cx="8520600" cy="1300800"/>
          </ns1:xfrm>
          <ns1:prstGeom prst="rect">
            <ns1:avLst/>
          </ns1:prstGeom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42900" algn="ctr">
              <ns1:spcBef>
                <ns1:spcPts val="0"/>
              </ns1:spcBef>
              <ns1:spcAft>
                <ns1:spcPts val="0"/>
              </ns1:spcAft>
              <ns1:buSzPts val="1800"/>
              <ns1:buChar char="●"/>
              <ns1:defRPr/>
            </ns1:lvl1pPr>
            <ns1:lvl2pPr marL="9144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2pPr>
            <ns1:lvl3pPr marL="13716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3pPr>
            <ns1:lvl4pPr marL="18288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4pPr>
            <ns1:lvl5pPr marL="22860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5pPr>
            <ns1:lvl6pPr marL="27432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6pPr>
            <ns1:lvl7pPr marL="32004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●"/>
              <ns1:defRPr/>
            </ns1:lvl7pPr>
            <ns1:lvl8pPr marL="36576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○"/>
              <ns1:defRPr/>
            </ns1:lvl8pPr>
            <ns1:lvl9pPr marL="4114800" indent="-317500" algn="ctr">
              <ns1:spcBef>
                <ns1:spcPts val="0"/>
              </ns1:spcBef>
              <ns1:spcAft>
                <ns1:spcPts val="0"/>
              </ns1:spcAft>
              <ns1:buSzPts val="1400"/>
              <ns1:buChar char="■"/>
              <ns1:defRPr/>
            </ns1:lvl9pPr>
          </ns1:lstStyle>
          <ns1:p/>
        </ns0:txBody>
      </ns0:sp>
      <ns0:sp>
        <ns0:nvSpPr>
          <ns0:cNvPr id="47" name="Google Shape;47;p11">
            <ns1:extLst>
              <ns1:ext uri="{FF2B5EF4-FFF2-40B4-BE49-F238E27FC236}">
                <ns2:creationId id="{7FB06389-43F4-42E5-A98B-ED2D23D2D571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Layouts/slideLayout11.xml><?xml version="1.0" encoding="utf-8"?>
<ns0:sldLayout xmlns:ns0="http://schemas.openxmlformats.org/presentationml/2006/main" xmlns:ns1="http://schemas.openxmlformats.org/drawingml/2006/main" xmlns:ns2="http://schemas.microsoft.com/office/drawing/2014/main" matchingName="Blank" type="blank">
  <ns0:cSld name="BLANK">
    <ns0:spTree>
      <ns0:nvGrpSpPr>
        <ns0:cNvPr id="1" name=""/>
        <ns0:cNvGrpSpPr/>
        <ns0:nvPr/>
      </ns0:nvGrpSpPr>
      <ns0:grpSpPr>
        <ns1:xfrm/>
      </ns0:grpSpPr>
      <ns0:sp>
        <ns0:nvSpPr>
          <ns0:cNvPr id="49" name="Google Shape;49;p12">
            <ns1:extLst>
              <ns1:ext uri="{FF2B5EF4-FFF2-40B4-BE49-F238E27FC236}">
                <ns2:creationId id="{F13D6DD8-7EC2-4D59-B9CA-43206672570E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</ns0:spPr>
        <ns0:txBody>
          <ns1:bodyPr spcFirstLastPara="1" wrap="square" lIns="91425" tIns="91425" rIns="91425" bIns="91425" anchor="ctr">
            <ns1:normAutofit/>
          </ns1:bodyPr>
          <ns1:lstStyle>
            <ns1:lvl1pPr>
              <ns1:buNone/>
              <ns1:defRPr/>
            </ns1:lvl1pPr>
            <ns1:lvl2pPr>
              <ns1:buNone/>
              <ns1:defRPr/>
            </ns1:lvl2pPr>
            <ns1:lvl3pPr>
              <ns1:buNone/>
              <ns1:defRPr/>
            </ns1:lvl3pPr>
            <ns1:lvl4pPr>
              <ns1:buNone/>
              <ns1:defRPr/>
            </ns1:lvl4pPr>
            <ns1:lvl5pPr>
              <ns1:buNone/>
              <ns1:defRPr/>
            </ns1:lvl5pPr>
            <ns1:lvl6pPr>
              <ns1:buNone/>
              <ns1:defRPr/>
            </ns1:lvl6pPr>
            <ns1:lvl7pPr>
              <ns1:buNone/>
              <ns1:defRPr/>
            </ns1:lvl7pPr>
            <ns1:lvl8pPr>
              <ns1:buNone/>
              <ns1:defRPr/>
            </ns1:lvl8pPr>
            <ns1:lvl9pPr>
              <ns1:buNone/>
              <ns1:defRPr/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</ns0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d4b36e21264080" /><Relationship Type="http://schemas.openxmlformats.org/officeDocument/2006/relationships/slideLayout" Target="/ppt/slideLayouts/slideLayout1.xml" Id="R639077a723014678" /><Relationship Type="http://schemas.openxmlformats.org/officeDocument/2006/relationships/slideLayout" Target="/ppt/slideLayouts/slideLayout2.xml" Id="R9fc5300a24ed47a7" /><Relationship Type="http://schemas.openxmlformats.org/officeDocument/2006/relationships/slideLayout" Target="/ppt/slideLayouts/slideLayout3.xml" Id="R0f1e94979c6446b4" /><Relationship Type="http://schemas.openxmlformats.org/officeDocument/2006/relationships/slideLayout" Target="/ppt/slideLayouts/slideLayout4.xml" Id="R99837e74fae348d1" /><Relationship Type="http://schemas.openxmlformats.org/officeDocument/2006/relationships/slideLayout" Target="/ppt/slideLayouts/slideLayout5.xml" Id="R944b205ba58e4238" /><Relationship Type="http://schemas.openxmlformats.org/officeDocument/2006/relationships/slideLayout" Target="/ppt/slideLayouts/slideLayout6.xml" Id="Rd1320fd8b8484dbc" /><Relationship Type="http://schemas.openxmlformats.org/officeDocument/2006/relationships/slideLayout" Target="/ppt/slideLayouts/slideLayout7.xml" Id="R81b02ec872da4b8e" /><Relationship Type="http://schemas.openxmlformats.org/officeDocument/2006/relationships/slideLayout" Target="/ppt/slideLayouts/slideLayout8.xml" Id="R65fd264a678f4eba" /><Relationship Type="http://schemas.openxmlformats.org/officeDocument/2006/relationships/slideLayout" Target="/ppt/slideLayouts/slideLayout9.xml" Id="R450831d62d204561" /><Relationship Type="http://schemas.openxmlformats.org/officeDocument/2006/relationships/slideLayout" Target="/ppt/slideLayouts/slideLayout10.xml" Id="Rcf3fde984a384249" /><Relationship Type="http://schemas.openxmlformats.org/officeDocument/2006/relationships/slideLayout" Target="/ppt/slideLayouts/slideLayout11.xml" Id="R6ffb4b28b298487b" /></Relationships>
</file>

<file path=ppt/slideMasters/slideMaster1.xml><?xml version="1.0" encoding="utf-8"?>
<ns0:sldMaster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>
  <ns0:cSld name="simple-light-2">
    <ns0:bg>
      <ns0:bgPr>
        <ns1:solidFill>
          <ns1:schemeClr val="lt1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6" name="Google Shape;6;p1">
            <ns1:extLst>
              <ns1:ext uri="{FF2B5EF4-FFF2-40B4-BE49-F238E27FC236}">
                <ns2:creationId id="{CEA6BA4D-8712-42E2-AE66-A0071A8CE250}"/>
              </ns1:ext>
            </ns1:extLst>
          </ns0:cNvPr>
          <ns0:cNvSpPr>
            <ns1:spLocks noGrp="1"/>
          </ns0:cNvSpPr>
          <ns0:nvPr>
            <ns0:ph type="title"/>
          </ns0:nvPr>
        </ns0:nvSpPr>
        <ns0:spPr>
          <ns1:xfrm>
            <ns1:off x="311700" y="445025"/>
            <ns1:ext cx="8520600" cy="572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91425" rIns="91425" bIns="91425" anchor="t">
            <ns1:normAutofit/>
          </ns1:bodyPr>
          <ns1:lstStyle>
            <ns1:lvl1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1pPr>
            <ns1:lvl2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2pPr>
            <ns1:lvl3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3pPr>
            <ns1:lvl4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4pPr>
            <ns1:lvl5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5pPr>
            <ns1:lvl6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6pPr>
            <ns1:lvl7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7pPr>
            <ns1:lvl8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8pPr>
            <ns1:lvl9pPr>
              <ns1:spcBef>
                <ns1:spcPts val="0"/>
              </ns1:spcBef>
              <ns1:spcAft>
                <ns1:spcPts val="0"/>
              </ns1:spcAft>
              <ns1:buClr>
                <ns1:schemeClr val="dk1"/>
              </ns1:buClr>
              <ns1:buSzPts val="2800"/>
              <ns1:buNone/>
              <ns1:defRPr sz="2800">
                <ns1:solidFill>
                  <ns1:schemeClr val="dk1"/>
                </ns1:solidFill>
              </ns1:defRPr>
            </ns1:lvl9pPr>
          </ns1:lstStyle>
          <ns1:p/>
        </ns0:txBody>
      </ns0:sp>
      <ns0:sp>
        <ns0:nvSpPr>
          <ns0:cNvPr id="7" name="Google Shape;7;p1">
            <ns1:extLst>
              <ns1:ext uri="{FF2B5EF4-FFF2-40B4-BE49-F238E27FC236}">
                <ns2:creationId id="{0A892055-8FA9-47BB-A795-41BEA47D1534}"/>
              </ns1:ext>
            </ns1:extLst>
          </ns0:cNvPr>
          <ns0:cNvSpPr>
            <ns1:spLocks noGrp="1"/>
          </ns0:cNvSpPr>
          <ns0:nvPr>
            <ns0:ph type="body" idx="1"/>
          </ns0:nvPr>
        </ns0:nvSpPr>
        <ns0:spPr>
          <ns1:xfrm>
            <ns1:off x="311700" y="1152475"/>
            <ns1:ext cx="8520600" cy="34164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91425" rIns="91425" bIns="91425" anchor="t">
            <ns1:normAutofit/>
          </ns1:bodyPr>
          <ns1:lstStyle>
            <ns1:lvl1pPr marL="457200" indent="-3429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800"/>
              <ns1:buChar char="●"/>
              <ns1:defRPr sz="1800">
                <ns1:solidFill>
                  <ns1:schemeClr val="dk2"/>
                </ns1:solidFill>
              </ns1:defRPr>
            </ns1:lvl1pPr>
            <ns1:lvl2pPr marL="9144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○"/>
              <ns1:defRPr>
                <ns1:solidFill>
                  <ns1:schemeClr val="dk2"/>
                </ns1:solidFill>
              </ns1:defRPr>
            </ns1:lvl2pPr>
            <ns1:lvl3pPr marL="13716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■"/>
              <ns1:defRPr>
                <ns1:solidFill>
                  <ns1:schemeClr val="dk2"/>
                </ns1:solidFill>
              </ns1:defRPr>
            </ns1:lvl3pPr>
            <ns1:lvl4pPr marL="18288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●"/>
              <ns1:defRPr>
                <ns1:solidFill>
                  <ns1:schemeClr val="dk2"/>
                </ns1:solidFill>
              </ns1:defRPr>
            </ns1:lvl4pPr>
            <ns1:lvl5pPr marL="22860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○"/>
              <ns1:defRPr>
                <ns1:solidFill>
                  <ns1:schemeClr val="dk2"/>
                </ns1:solidFill>
              </ns1:defRPr>
            </ns1:lvl5pPr>
            <ns1:lvl6pPr marL="27432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■"/>
              <ns1:defRPr>
                <ns1:solidFill>
                  <ns1:schemeClr val="dk2"/>
                </ns1:solidFill>
              </ns1:defRPr>
            </ns1:lvl6pPr>
            <ns1:lvl7pPr marL="32004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●"/>
              <ns1:defRPr>
                <ns1:solidFill>
                  <ns1:schemeClr val="dk2"/>
                </ns1:solidFill>
              </ns1:defRPr>
            </ns1:lvl7pPr>
            <ns1:lvl8pPr marL="36576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○"/>
              <ns1:defRPr>
                <ns1:solidFill>
                  <ns1:schemeClr val="dk2"/>
                </ns1:solidFill>
              </ns1:defRPr>
            </ns1:lvl8pPr>
            <ns1:lvl9pPr marL="4114800" indent="-31750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dk2"/>
              </ns1:buClr>
              <ns1:buSzPts val="1400"/>
              <ns1:buChar char="■"/>
              <ns1:defRPr>
                <ns1:solidFill>
                  <ns1:schemeClr val="dk2"/>
                </ns1:solidFill>
              </ns1:defRPr>
            </ns1:lvl9pPr>
          </ns1:lstStyle>
          <ns1:p/>
        </ns0:txBody>
      </ns0:sp>
      <ns0:sp>
        <ns0:nvSpPr>
          <ns0:cNvPr id="8" name="Google Shape;8;p1">
            <ns1:extLst>
              <ns1:ext uri="{FF2B5EF4-FFF2-40B4-BE49-F238E27FC236}">
                <ns2:creationId id="{F5641FE3-1E78-4ED9-A090-ADDC31E973A1}"/>
              </ns1:ext>
            </ns1:extLst>
          </ns0:cNvPr>
          <ns0:cNvSpPr>
            <ns1:spLocks noGrp="1"/>
          </ns0:cNvSpPr>
          <ns0:nvPr>
            <ns0:ph type="sldNum" idx="12"/>
          </ns0:nvPr>
        </ns0:nvSpPr>
        <ns0:spPr>
          <ns1:xfrm>
            <ns1:off x="8472458" y="4663217"/>
            <ns1:ext cx="548700" cy="3936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91425" rIns="91425" bIns="91425" anchor="ctr">
            <ns1:normAutofit/>
          </ns1:bodyPr>
          <ns1:lstStyle>
            <ns1:lvl1pPr algn="r">
              <ns1:buNone/>
              <ns1:defRPr sz="1000">
                <ns1:solidFill>
                  <ns1:schemeClr val="dk2"/>
                </ns1:solidFill>
              </ns1:defRPr>
            </ns1:lvl1pPr>
            <ns1:lvl2pPr algn="r">
              <ns1:buNone/>
              <ns1:defRPr sz="1000">
                <ns1:solidFill>
                  <ns1:schemeClr val="dk2"/>
                </ns1:solidFill>
              </ns1:defRPr>
            </ns1:lvl2pPr>
            <ns1:lvl3pPr algn="r">
              <ns1:buNone/>
              <ns1:defRPr sz="1000">
                <ns1:solidFill>
                  <ns1:schemeClr val="dk2"/>
                </ns1:solidFill>
              </ns1:defRPr>
            </ns1:lvl3pPr>
            <ns1:lvl4pPr algn="r">
              <ns1:buNone/>
              <ns1:defRPr sz="1000">
                <ns1:solidFill>
                  <ns1:schemeClr val="dk2"/>
                </ns1:solidFill>
              </ns1:defRPr>
            </ns1:lvl4pPr>
            <ns1:lvl5pPr algn="r">
              <ns1:buNone/>
              <ns1:defRPr sz="1000">
                <ns1:solidFill>
                  <ns1:schemeClr val="dk2"/>
                </ns1:solidFill>
              </ns1:defRPr>
            </ns1:lvl5pPr>
            <ns1:lvl6pPr algn="r">
              <ns1:buNone/>
              <ns1:defRPr sz="1000">
                <ns1:solidFill>
                  <ns1:schemeClr val="dk2"/>
                </ns1:solidFill>
              </ns1:defRPr>
            </ns1:lvl6pPr>
            <ns1:lvl7pPr algn="r">
              <ns1:buNone/>
              <ns1:defRPr sz="1000">
                <ns1:solidFill>
                  <ns1:schemeClr val="dk2"/>
                </ns1:solidFill>
              </ns1:defRPr>
            </ns1:lvl7pPr>
            <ns1:lvl8pPr algn="r">
              <ns1:buNone/>
              <ns1:defRPr sz="1000">
                <ns1:solidFill>
                  <ns1:schemeClr val="dk2"/>
                </ns1:solidFill>
              </ns1:defRPr>
            </ns1:lvl8pPr>
            <ns1:lvl9pPr algn="r">
              <ns1:buNone/>
              <ns1:defRPr sz="1000">
                <ns1:solidFill>
                  <ns1:schemeClr val="dk2"/>
                </ns1:solidFill>
              </ns1:defRPr>
            </ns1:lvl9pPr>
          </ns1:lstStyle>
          <ns1:p>
            <ns1:pPr marL="0" lvl="0" indent="0" algn="r">
              <ns1:spcBef>
                <ns1:spcPts val="0"/>
              </ns1:spcBef>
              <ns1:spcAft>
                <ns1:spcPts val="0"/>
              </ns1:spcAft>
              <ns1:buNone/>
            </ns1:pPr>
            <ns1:fld id="{00000000-1234-1234-1234-123412341234}" type="slidenum">
              <ns1:t>‹#›</ns1:t>
            </ns1:fld>
            <ns1:endParaRPr/>
          </ns1:p>
        </ns0:txBody>
      </ns0:sp>
    </ns0:spTree>
  </ns0:cSld>
  <ns0:clrMap bg1="lt1" tx1="dk1" bg2="dk2" tx2="lt2" accent1="accent1" accent2="accent2" accent3="accent3" accent4="accent4" accent5="accent5" accent6="accent6" hlink="hlink" folHlink="folHlink"/>
  <ns0:sldLayoutIdLst>
    <ns0:sldLayoutId id="2147483649" ns3:id="R639077a723014678"/>
    <ns0:sldLayoutId id="2147483650" ns3:id="R9fc5300a24ed47a7"/>
    <ns0:sldLayoutId id="2147483651" ns3:id="R0f1e94979c6446b4"/>
    <ns0:sldLayoutId id="2147483652" ns3:id="R99837e74fae348d1"/>
    <ns0:sldLayoutId id="2147483653" ns3:id="R944b205ba58e4238"/>
    <ns0:sldLayoutId id="2147483654" ns3:id="Rd1320fd8b8484dbc"/>
    <ns0:sldLayoutId id="2147483655" ns3:id="R81b02ec872da4b8e"/>
    <ns0:sldLayoutId id="2147483656" ns3:id="R65fd264a678f4eba"/>
    <ns0:sldLayoutId id="2147483657" ns3:id="R450831d62d204561"/>
    <ns0:sldLayoutId id="2147483658" ns3:id="Rcf3fde984a384249"/>
    <ns0:sldLayoutId id="2147483659" ns3:id="R6ffb4b28b298487b"/>
  </ns0:sldLayoutIdLst>
  <ns0:hf sldNum="0" hdr="0" ftr="0" dt="0"/>
  <ns0:txStyles>
    <ns0:titleStyle>
      <ns1:lvl1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1pPr>
      <ns1:lvl2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2pPr>
      <ns1:lvl3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3pPr>
      <ns1:lvl4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4pPr>
      <ns1:lvl5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5pPr>
      <ns1:lvl6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6pPr>
      <ns1:lvl7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7pPr>
      <ns1:lvl8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8pPr>
      <ns1:lvl9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9pPr>
    </ns0:titleStyle>
    <ns0:bodyStyle>
      <ns1:lvl1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1pPr>
      <ns1:lvl2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2pPr>
      <ns1:lvl3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3pPr>
      <ns1:lvl4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4pPr>
      <ns1:lvl5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5pPr>
      <ns1:lvl6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6pPr>
      <ns1:lvl7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7pPr>
      <ns1:lvl8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8pPr>
      <ns1:lvl9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9pPr>
    </ns0:bodyStyle>
    <ns0:otherStyle>
      <ns1:lvl1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1pPr>
      <ns1:lvl2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2pPr>
      <ns1:lvl3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3pPr>
      <ns1:lvl4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4pPr>
      <ns1:lvl5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5pPr>
      <ns1:lvl6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6pPr>
      <ns1:lvl7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7pPr>
      <ns1:lvl8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8pPr>
      <ns1:lvl9pPr marR="0" algn="l">
        <ns1:lnSpc>
          <ns1:spcPct val="100000"/>
        </ns1:lnSpc>
        <ns1:spcBef>
          <ns1:spcPts val="0"/>
        </ns1:spcBef>
        <ns1:spcAft>
          <ns1:spcPts val="0"/>
        </ns1:spcAft>
        <ns1:buClr>
          <ns1:srgbClr val="000000"/>
        </ns1:buClr>
        <ns1:buFont typeface="Arial"/>
        <ns1:buNone/>
        <ns1:defRPr sz="1400" b="0" i="0" u="none" strike="noStrike" cap="none" spc="0">
          <ns1:solidFill>
            <ns1:srgbClr val="000000"/>
          </ns1:solidFill>
          <ns1:latin typeface="Arial"/>
          <ns1:ea typeface="Arial"/>
          <ns1:cs typeface="Arial"/>
        </ns1:defRPr>
      </ns1:lvl9pPr>
    </ns0:otherStyle>
  </ns0:txStyles>
</ns0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7620e5f57d474b" /><Relationship Type="http://schemas.openxmlformats.org/officeDocument/2006/relationships/image" Target="/ppt/media/image.png" Id="R37920fa6be4f4db5" /><Relationship Type="http://schemas.openxmlformats.org/officeDocument/2006/relationships/image" Target="/ppt/media/image2.png" Id="R4eae3fbe16374634" /><Relationship Type="http://schemas.openxmlformats.org/officeDocument/2006/relationships/notesSlide" Target="/ppt/notesSlides/notesSlide1.xml" Id="R6a61439bc2d946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a32dc121804f25" /><Relationship Type="http://schemas.openxmlformats.org/officeDocument/2006/relationships/image" Target="/ppt/media/image2.png" Id="R663579db234c4213" /><Relationship Type="http://schemas.openxmlformats.org/officeDocument/2006/relationships/image" Target="/ppt/media/image3.png" Id="R9760340e0a814363" /><Relationship Type="http://schemas.openxmlformats.org/officeDocument/2006/relationships/notesSlide" Target="/ppt/notesSlides/notesSlide2.xml" Id="R55ae1987364843e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dc03ac4844381" /><Relationship Type="http://schemas.openxmlformats.org/officeDocument/2006/relationships/image" Target="/ppt/media/image4.png" Id="Rf8b3d200ec6a42a3" /><Relationship Type="http://schemas.openxmlformats.org/officeDocument/2006/relationships/notesSlide" Target="/ppt/notesSlides/notesSlide3.xml" Id="R16b4991ce929407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751a471b964392" /><Relationship Type="http://schemas.openxmlformats.org/officeDocument/2006/relationships/image" Target="/ppt/media/image2.png" Id="R3c48dbaa7b794f48" /><Relationship Type="http://schemas.openxmlformats.org/officeDocument/2006/relationships/image" Target="/ppt/media/image4.png" Id="R7887131dfb1a4069" /><Relationship Type="http://schemas.openxmlformats.org/officeDocument/2006/relationships/notesSlide" Target="/ppt/notesSlides/notesSlide4.xml" Id="R0ab0e3ec27314e3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fd2f0bf60f4441" /><Relationship Type="http://schemas.openxmlformats.org/officeDocument/2006/relationships/image" Target="/ppt/media/image2.png" Id="Rc2792707f73940b1" /><Relationship Type="http://schemas.openxmlformats.org/officeDocument/2006/relationships/image" Target="/ppt/media/image4.png" Id="Re70352de55af401e" /><Relationship Type="http://schemas.openxmlformats.org/officeDocument/2006/relationships/notesSlide" Target="/ppt/notesSlides/notesSlide5.xml" Id="Ra30b506b1f9147e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33b8f347694c03" /><Relationship Type="http://schemas.openxmlformats.org/officeDocument/2006/relationships/image" Target="/ppt/media/image2.png" Id="R60d3c611c93741ad" /><Relationship Type="http://schemas.openxmlformats.org/officeDocument/2006/relationships/image" Target="/ppt/media/image4.png" Id="R1c836a254a8a4396" /><Relationship Type="http://schemas.openxmlformats.org/officeDocument/2006/relationships/notesSlide" Target="/ppt/notesSlides/notesSlide6.xml" Id="R3102d82cdcc642a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16aabe43204f71" /><Relationship Type="http://schemas.openxmlformats.org/officeDocument/2006/relationships/image" Target="/ppt/media/image2.png" Id="R6e1d4473ff964e88" /><Relationship Type="http://schemas.openxmlformats.org/officeDocument/2006/relationships/image" Target="/ppt/media/image4.png" Id="Rf21ebc78a37145d6" /><Relationship Type="http://schemas.openxmlformats.org/officeDocument/2006/relationships/image" Target="/ppt/media/image.jpeg" Id="Re2c58fdebc114024" /><Relationship Type="http://schemas.openxmlformats.org/officeDocument/2006/relationships/image" Target="/ppt/media/image2.jpeg" Id="R9cdcd74dccc945f8" /><Relationship Type="http://schemas.openxmlformats.org/officeDocument/2006/relationships/notesSlide" Target="/ppt/notesSlides/notesSlide7.xml" Id="Ra192c0e4724b412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ac746b731148c8" /><Relationship Type="http://schemas.openxmlformats.org/officeDocument/2006/relationships/image" Target="/ppt/media/image2.png" Id="R49a391c595ae4ef0" /><Relationship Type="http://schemas.openxmlformats.org/officeDocument/2006/relationships/image" Target="/ppt/media/image4.png" Id="Rb524763b5eb749c5" /><Relationship Type="http://schemas.openxmlformats.org/officeDocument/2006/relationships/notesSlide" Target="/ppt/notesSlides/notesSlide8.xml" Id="Re78de9488dcd44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4773312d6a48e3" /><Relationship Type="http://schemas.openxmlformats.org/officeDocument/2006/relationships/image" Target="/ppt/media/image2.png" Id="R7e44f843639c492b" /><Relationship Type="http://schemas.openxmlformats.org/officeDocument/2006/relationships/image" Target="/ppt/media/image4.png" Id="R701f3176c51f4d28" /><Relationship Type="http://schemas.openxmlformats.org/officeDocument/2006/relationships/notesSlide" Target="/ppt/notesSlides/notesSlide9.xml" Id="R66721d62cf52427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7c025705054dce" /><Relationship Type="http://schemas.openxmlformats.org/officeDocument/2006/relationships/image" Target="/ppt/media/image2.png" Id="Re02e51b7064f433e" /><Relationship Type="http://schemas.openxmlformats.org/officeDocument/2006/relationships/image" Target="/ppt/media/image4.png" Id="R0740e5cd229b40f3" /><Relationship Type="http://schemas.openxmlformats.org/officeDocument/2006/relationships/notesSlide" Target="/ppt/notesSlides/notesSlide10.xml" Id="R297e9e321c5f4a0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480de0e084386" /><Relationship Type="http://schemas.openxmlformats.org/officeDocument/2006/relationships/image" Target="/ppt/media/image2.png" Id="R60b74a7d931a4265" /><Relationship Type="http://schemas.openxmlformats.org/officeDocument/2006/relationships/image" Target="/ppt/media/image4.png" Id="R9d5bd7b7aa11488d" /><Relationship Type="http://schemas.openxmlformats.org/officeDocument/2006/relationships/image" Target="/ppt/media/image3.jpeg" Id="R68971e28b7ce4bda" /><Relationship Type="http://schemas.openxmlformats.org/officeDocument/2006/relationships/image" Target="/ppt/media/image4.jpeg" Id="Rce84518d5f6845f9" /><Relationship Type="http://schemas.openxmlformats.org/officeDocument/2006/relationships/notesSlide" Target="/ppt/notesSlides/notesSlide11.xml" Id="R54e28b292a76428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6c20e5b17d4084" /><Relationship Type="http://schemas.openxmlformats.org/officeDocument/2006/relationships/image" Target="/ppt/media/image2.png" Id="R44e2f09946464f1e" /><Relationship Type="http://schemas.openxmlformats.org/officeDocument/2006/relationships/image" Target="/ppt/media/image4.png" Id="R9763a45fc32148a8" /><Relationship Type="http://schemas.openxmlformats.org/officeDocument/2006/relationships/notesSlide" Target="/ppt/notesSlides/notesSlide12.xml" Id="R59cda9b7cf19424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6e7a62ba834da3" /><Relationship Type="http://schemas.openxmlformats.org/officeDocument/2006/relationships/image" Target="/ppt/media/image2.png" Id="Rd8ec881b27114591" /><Relationship Type="http://schemas.openxmlformats.org/officeDocument/2006/relationships/image" Target="/ppt/media/image4.png" Id="Rd1c6bc069d7e4c08" /><Relationship Type="http://schemas.openxmlformats.org/officeDocument/2006/relationships/notesSlide" Target="/ppt/notesSlides/notesSlide13.xml" Id="R2e2d0c7d8c6242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88f785b8b74352" /><Relationship Type="http://schemas.openxmlformats.org/officeDocument/2006/relationships/image" Target="/ppt/media/image2.png" Id="Rcb3f8b3f44514785" /><Relationship Type="http://schemas.openxmlformats.org/officeDocument/2006/relationships/image" Target="/ppt/media/image4.png" Id="R787bbea9cc9f4062" /><Relationship Type="http://schemas.openxmlformats.org/officeDocument/2006/relationships/hyperlink" Target="https://github.com/TheAverageGatsby13/project-irene" TargetMode="External" Id="Rcb26b08011474d00" /><Relationship Type="http://schemas.openxmlformats.org/officeDocument/2006/relationships/hyperlink" Target="https://project-irene-fd39e.web.app" TargetMode="External" Id="R8083dd3bd8e04740" /><Relationship Type="http://schemas.openxmlformats.org/officeDocument/2006/relationships/notesSlide" Target="/ppt/notesSlides/notesSlide14.xml" Id="R1e616dc7c353424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247dba9d4048df" /><Relationship Type="http://schemas.openxmlformats.org/officeDocument/2006/relationships/image" Target="/ppt/media/image2.png" Id="R8f82f2a76ec84253" /><Relationship Type="http://schemas.openxmlformats.org/officeDocument/2006/relationships/image" Target="/ppt/media/image4.png" Id="Rd6b7d0aa59a04ddc" /><Relationship Type="http://schemas.openxmlformats.org/officeDocument/2006/relationships/notesSlide" Target="/ppt/notesSlides/notesSlide15.xml" Id="R38f30832dedc433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cee2b8bf444fa" /><Relationship Type="http://schemas.openxmlformats.org/officeDocument/2006/relationships/image" Target="/ppt/media/image2.png" Id="Rae41d00096a64177" /><Relationship Type="http://schemas.openxmlformats.org/officeDocument/2006/relationships/image" Target="/ppt/media/image5.png" Id="Rc4ba03c7fbd74b45" /><Relationship Type="http://schemas.openxmlformats.org/officeDocument/2006/relationships/notesSlide" Target="/ppt/notesSlides/notesSlide16.xml" Id="Rfe4c370093a549a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13">
            <a:extLst xmlns:a="http://schemas.openxmlformats.org/drawingml/2006/main">
              <a:ext uri="{FF2B5EF4-FFF2-40B4-BE49-F238E27FC236}">
                <a16:creationId xmlns:a16="http://schemas.microsoft.com/office/drawing/2014/main" id="{2E9D689D-AC9F-4AA2-9901-8E580D04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90" y="2902649"/>
            <a:ext cx="8760047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latin typeface="Google Sans Flex SemiBold"/>
                <a:ea typeface="Google Sans Flex SemiBold"/>
                <a:cs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</a:endParaRPr>
          </a:p>
        </p:txBody>
      </p:sp>
      <p:pic>
        <p:nvPicPr>
          <p:cNvPr id="61" name="Google Shape;55;p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920fa6be4f4db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3"/>
            <a:ext cx="9144000" cy="271552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2" name="Google Shape;56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eae3fbe16374634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58D263D-5995-4D59-B487-C403155A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3813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Team name: Model Citizens  |  Project: Irene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EC10399-A991-4A77-A733-631ECF75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752850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Team leader name: Debadrita Dutta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D726DDD-6FFC-49B9-958C-D58B0221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43375"/>
            <a:ext cx="838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Problem Statement: Make therapist-led group support more affordable,</a:t>
            </a:r>
          </a:p>
          <a:p xmlns:a="http://schemas.openxmlformats.org/drawingml/2006/main">
            <a:pPr>
              <a:defRPr sz="15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with a private first step for people who find it hard to ask for help.</a:t>
            </a:r>
          </a:p>
        </p:txBody>
      </p:sp>
    </p:spTree>
    <p:extLst>
      <p:ext uri="{BB962C8B-B14F-4D97-AF65-F5344CB8AC3E}">
        <p14:creationId xmlns:p14="http://schemas.microsoft.com/office/powerpoint/2010/main" val="85446806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6" name="Google Shape;61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63579db234c4213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2" name="Google Shape;62;p14">
            <a:extLst xmlns:a="http://schemas.openxmlformats.org/drawingml/2006/main">
              <a:ext uri="{FF2B5EF4-FFF2-40B4-BE49-F238E27FC236}">
                <a16:creationId xmlns:a16="http://schemas.microsoft.com/office/drawing/2014/main" id="{33C0E38D-EFFA-412F-AA2C-C12587CF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>
            <a:extLst xmlns:a="http://schemas.openxmlformats.org/drawingml/2006/main">
              <a:ext uri="{FF2B5EF4-FFF2-40B4-BE49-F238E27FC236}">
                <a16:creationId xmlns:a16="http://schemas.microsoft.com/office/drawing/2014/main" id="{C59BDFF5-39E6-4F92-A6AE-E18239A7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2475" y="1968750"/>
            <a:ext cx="3311400" cy="120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</a:rPr>
              <a:t>Note:</a:t>
            </a:r>
            <a: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 Please download this template to make your edits and submit the final version.</a:t>
            </a:r>
            <a:b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</a:br>
            <a:b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</a:br>
            <a:r>
              <a:rPr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</a:endParaRPr>
          </a:p>
        </p:txBody>
      </p:sp>
      <p:pic>
        <p:nvPicPr>
          <p:cNvPr id="69" name="Google Shape;64;p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60340e0a81436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4203" y="1194675"/>
            <a:ext cx="3604250" cy="26217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  <a:effectLst xmlns:a="http://schemas.openxmlformats.org/drawingml/2006/main"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47992793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0" name="Google Shape;69;p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b3d200ec6a42a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87CFD46F-9F4F-40DD-A164-0AB153640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6A07A33C-CE8B-4F2B-A302-BF35B48D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823A350-150E-4903-9EC2-AFFFB6DA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173B509-385D-41E6-A02F-2426FC3A4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03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27487EA-043B-4FE4-A0A5-6209E694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144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It began with a very personal hesitation.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138082E-9552-45BA-BEB1-D1DDF6DF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790700"/>
            <a:ext cx="8191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02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In college, I needed therapy. It was expensive.</a:t>
            </a:r>
          </a:p>
          <a:p xmlns:a="http://schemas.openxmlformats.org/drawingml/2006/main">
            <a:pPr>
              <a:defRPr sz="202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02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 did not want to tell my parents because I knew they would worry.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7ACB5E1-E45D-47B9-8993-C0345D679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24150"/>
            <a:ext cx="819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9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FOUNDER EXPERIENCE · DEBADRITA DUTTA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D16545F-48B8-4293-A49D-256D79F4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1813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What if the cost could be shared, without having to begin in public?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9E00886-5265-4CD1-8EAA-DC9503EA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619500"/>
            <a:ext cx="84201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Irene is a working platform for private intake and therapist-led groups. With consent,</a:t>
            </a:r>
          </a:p>
          <a:p xmlns:a="http://schemas.openxmlformats.org/drawingml/2006/main">
            <a:pPr>
              <a:def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Gemini helps organize a person’s story; the person confirms it, a professional reviews it,</a:t>
            </a:r>
          </a:p>
          <a:p xmlns:a="http://schemas.openxmlformats.org/drawingml/2006/main">
            <a:pPr>
              <a:def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compatible participants can choose a group with an upfront shared session fee.</a:t>
            </a:r>
          </a:p>
        </p:txBody>
      </p:sp>
    </p:spTree>
    <p:extLst>
      <p:ext uri="{BB962C8B-B14F-4D97-AF65-F5344CB8AC3E}">
        <p14:creationId xmlns:p14="http://schemas.microsoft.com/office/powerpoint/2010/main" val="211957084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0" name="Google Shape;7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c48dbaa7b794f48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1" name="Google Shape;77;p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7131dfb1a406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39D7EE38-52AC-4A65-B1FA-3138BD75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>
            <a:extLst xmlns:a="http://schemas.openxmlformats.org/drawingml/2006/main">
              <a:ext uri="{FF2B5EF4-FFF2-40B4-BE49-F238E27FC236}">
                <a16:creationId xmlns:a16="http://schemas.microsoft.com/office/drawing/2014/main" id="{FC9F6961-CFA9-49AC-8719-87A62A1AF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943023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SemiBold"/>
                <a:ea typeface="Google Sans Flex SemiBold"/>
                <a:cs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</a:endParaRP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BA2A59B-278B-4EC1-AE27-A7DB3F4A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20226696-B883-4748-8E49-AAE22CF34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04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3924C69-BE40-49E4-8239-34B9FCC12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2397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How is the idea different?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D02742E-61F5-4F30-8C5D-6314F7B6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666875"/>
            <a:ext cx="842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 private-to-group journey combines participant-confirmed AI summaries,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practical matching, professional decisions and a visible shared fee.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8ADE953-A2B4-4BA5-974F-F0D2F195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44792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How does it address the problem?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BBC8134-096D-4C0A-A7F9-F7DC97FC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90825"/>
            <a:ext cx="842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Sharing a session fee can reduce the amount each person pays. Private intake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lets someone explain their needs before deciding what to share in a group.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900F2FA-8283-4743-B46F-DF8C70EE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57187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USP: affordability, agency and human judgment together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DACAB67-FE54-4485-8906-56D9E4EE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14775"/>
            <a:ext cx="842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AI prepares information. A therapist decides suitability. The participant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chooses whether to join. The starting focus is college-age adults.</a:t>
            </a:r>
          </a:p>
        </p:txBody>
      </p:sp>
    </p:spTree>
    <p:extLst>
      <p:ext uri="{BB962C8B-B14F-4D97-AF65-F5344CB8AC3E}">
        <p14:creationId xmlns:p14="http://schemas.microsoft.com/office/powerpoint/2010/main" val="19637875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4" name="Google Shape;84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792707f73940b1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5" name="Google Shape;85;p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0352de55af401e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6" name="Google Shape;86;p17">
            <a:extLst xmlns:a="http://schemas.openxmlformats.org/drawingml/2006/main">
              <a:ext uri="{FF2B5EF4-FFF2-40B4-BE49-F238E27FC236}">
                <a16:creationId xmlns:a16="http://schemas.microsoft.com/office/drawing/2014/main" id="{CDDB4F4D-4151-467B-8FFF-F564236B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>
            <a:extLst xmlns:a="http://schemas.openxmlformats.org/drawingml/2006/main">
              <a:ext uri="{FF2B5EF4-FFF2-40B4-BE49-F238E27FC236}">
                <a16:creationId xmlns:a16="http://schemas.microsoft.com/office/drawing/2014/main" id="{DCEC98FB-AB7D-4CD4-BBF3-C36199E4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FA81121-8576-469B-BA54-27949AB9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2C3EEBC-B881-4B0C-8155-780B4F49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05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14A19A7-64EB-453A-8AC9-8F8083D6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6207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01  A private first step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323AF46-128D-45B9-85F1-A14DE87F0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704975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Consent, personal preferences, budget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a story shared with the chosen therapist.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661B55E-A39A-499A-A88E-55F90B61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362075"/>
            <a:ext cx="3943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02  AI you can correct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6FAF9C0-6758-4E2A-9C32-112B939C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704975"/>
            <a:ext cx="3943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Gemini drafts the intake summary.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The participant edits and confirms it.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200C7C6-BD93-4E30-92F1-E135B5DD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4765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03  A practical group fit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0D1E0C5-0D78-4B70-9873-1384ED236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19400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Availability, language, age band, region,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sharing comfort and related goals.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58761A0-F959-491B-A68F-2510208C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76500"/>
            <a:ext cx="3943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04  A human decision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BAF9609-835E-49AE-8AC9-8F29AB2D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19400"/>
            <a:ext cx="3943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Verified professional access, intake review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explicit approval before invitations.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FBEC003-73A2-40CD-8B7F-A74EB982D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590925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05  A clear, shared fee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D9A30159-62E1-4955-8242-FA190632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33825"/>
            <a:ext cx="400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 exact quote before acceptance,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with the freedom to accept or decline.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829796B-C6C2-4303-AA32-691C68C67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590925"/>
            <a:ext cx="3943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06  Control after joining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8C73B1F0-21DF-4A9D-9104-8F3B6516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933825"/>
            <a:ext cx="39433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Private preparation, calendar export,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intake data export or deletion.</a:t>
            </a:r>
          </a:p>
        </p:txBody>
      </p:sp>
    </p:spTree>
    <p:extLst>
      <p:ext uri="{BB962C8B-B14F-4D97-AF65-F5344CB8AC3E}">
        <p14:creationId xmlns:p14="http://schemas.microsoft.com/office/powerpoint/2010/main" val="167210107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13" name=""/>
          <p:cNvCxnSpPr>
            <a:stCxn xmlns:a="http://schemas.openxmlformats.org/drawingml/2006/main" id="106" idx="1"/>
            <a:endCxn xmlns:a="http://schemas.openxmlformats.org/drawingml/2006/main" id="107" idx="3"/>
          </p:cNvCxnSpPr>
          <p:nvPr/>
        </p:nvCxnSpPr>
        <p:spPr>
          <a:xfrm xmlns:a="http://schemas.openxmlformats.org/drawingml/2006/main" flipH="1">
            <a:off x="2800350" y="3214688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14" name=""/>
          <p:cNvCxnSpPr>
            <a:stCxn xmlns:a="http://schemas.openxmlformats.org/drawingml/2006/main" id="105" idx="1"/>
            <a:endCxn xmlns:a="http://schemas.openxmlformats.org/drawingml/2006/main" id="106" idx="3"/>
          </p:cNvCxnSpPr>
          <p:nvPr/>
        </p:nvCxnSpPr>
        <p:spPr>
          <a:xfrm xmlns:a="http://schemas.openxmlformats.org/drawingml/2006/main" flipH="1">
            <a:off x="5791200" y="3214688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15" name=""/>
          <p:cNvCxnSpPr>
            <a:stCxn xmlns:a="http://schemas.openxmlformats.org/drawingml/2006/main" id="102" idx="2"/>
            <a:endCxn xmlns:a="http://schemas.openxmlformats.org/drawingml/2006/main" id="105" idx="0"/>
          </p:cNvCxnSpPr>
          <p:nvPr/>
        </p:nvCxnSpPr>
        <p:spPr>
          <a:xfrm xmlns:a="http://schemas.openxmlformats.org/drawingml/2006/main">
            <a:off x="7562850" y="2238375"/>
            <a:ext cx="0" cy="62865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16" name=""/>
          <p:cNvCxnSpPr>
            <a:stCxn xmlns:a="http://schemas.openxmlformats.org/drawingml/2006/main" id="101" idx="3"/>
            <a:endCxn xmlns:a="http://schemas.openxmlformats.org/drawingml/2006/main" id="102" idx="1"/>
          </p:cNvCxnSpPr>
          <p:nvPr/>
        </p:nvCxnSpPr>
        <p:spPr>
          <a:xfrm xmlns:a="http://schemas.openxmlformats.org/drawingml/2006/main">
            <a:off x="5791200" y="1890713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17" name=""/>
          <p:cNvCxnSpPr>
            <a:stCxn xmlns:a="http://schemas.openxmlformats.org/drawingml/2006/main" id="100" idx="3"/>
            <a:endCxn xmlns:a="http://schemas.openxmlformats.org/drawingml/2006/main" id="101" idx="1"/>
          </p:cNvCxnSpPr>
          <p:nvPr/>
        </p:nvCxnSpPr>
        <p:spPr>
          <a:xfrm xmlns:a="http://schemas.openxmlformats.org/drawingml/2006/main">
            <a:off x="2800350" y="1890713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pic>
        <p:nvPicPr>
          <p:cNvPr id="118" name="Google Shape;92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d3c611c93741ad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9" name="Google Shape;93;p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836a254a8a439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4" name="Google Shape;94;p18">
            <a:extLst xmlns:a="http://schemas.openxmlformats.org/drawingml/2006/main">
              <a:ext uri="{FF2B5EF4-FFF2-40B4-BE49-F238E27FC236}">
                <a16:creationId xmlns:a16="http://schemas.microsoft.com/office/drawing/2014/main" id="{BAF438D2-5CB7-41F9-B866-E8E8849B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>
            <a:extLst xmlns:a="http://schemas.openxmlformats.org/drawingml/2006/main">
              <a:ext uri="{FF2B5EF4-FFF2-40B4-BE49-F238E27FC236}">
                <a16:creationId xmlns:a16="http://schemas.microsoft.com/office/drawing/2014/main" id="{F8760D4B-4CEC-413F-A84F-AE7E926B8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1F67C5D-38A9-426C-ADD5-A850C6AF3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7037429-852F-4CA3-A1D1-AC5B61953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06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FF94307-025D-4F29-A6F9-E2A05FFAC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543050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1  Private intake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Preferences + consent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A19E0E1-9E4B-4A59-A097-DF27EF6E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543050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2  Gemini draft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Participant corrects + confirms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BA881237-6F38-4ABE-A0AF-AB4B1070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3  Professional review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Individual suitability decision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DFA65E0C-B1F2-4A0B-87FC-76B22AFE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67025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4  Suggest a circle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Hard filters + goal similarity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855C686-5BA8-4468-9339-B21E6E83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867025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5  Therapist approves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Time, group and exact fee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1B1E31C8-DE53-4423-940E-8FA0D1E4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67025"/>
            <a:ext cx="24384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6  Participant chooses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Accept / decline + preparation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9B06E554-6398-4877-AE84-C0750901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43350"/>
            <a:ext cx="8420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High or uncertain review signals → excluded from routine matching for individual review.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9467E84-2561-475B-9A08-7EB5F13C3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410075"/>
            <a:ext cx="842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AI supports preparation; it does not diagnose, deliver therapy or make the final placement.</a:t>
            </a:r>
          </a:p>
        </p:txBody>
      </p:sp>
    </p:spTree>
    <p:extLst>
      <p:ext uri="{BB962C8B-B14F-4D97-AF65-F5344CB8AC3E}">
        <p14:creationId xmlns:p14="http://schemas.microsoft.com/office/powerpoint/2010/main" val="28210330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3" name="Google Shape;100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1d4473ff964e88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4" name="Google Shape;101;p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1ebc78a37145d6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2" name="Google Shape;102;p19">
            <a:extLst xmlns:a="http://schemas.openxmlformats.org/drawingml/2006/main">
              <a:ext uri="{FF2B5EF4-FFF2-40B4-BE49-F238E27FC236}">
                <a16:creationId xmlns:a16="http://schemas.microsoft.com/office/drawing/2014/main" id="{708BF590-B4AE-4A02-99E9-D352E883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>
            <a:extLst xmlns:a="http://schemas.openxmlformats.org/drawingml/2006/main">
              <a:ext uri="{FF2B5EF4-FFF2-40B4-BE49-F238E27FC236}">
                <a16:creationId xmlns:a16="http://schemas.microsoft.com/office/drawing/2014/main" id="{34BC4674-BFA9-45D0-B941-0E875A753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FA96A81-B08E-48A9-9B04-AE698A03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F81DD1F-9680-460C-AD0E-0A548716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07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7A6918A-C64C-4CE6-991F-A6AC69AE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228725"/>
            <a:ext cx="842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Built interface: a calm first step, with control over what happens next.</a:t>
            </a:r>
          </a:p>
        </p:txBody>
      </p:sp>
      <p:pic>
        <p:nvPicPr>
          <p:cNvPr id="1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c58fdebc114024"/>
          <a:srcRect xmlns:a="http://schemas.openxmlformats.org/drawingml/2006/main" l="25000" t="17000" r="2500" b="0"/>
          <a:stretch xmlns:a="http://schemas.openxmlformats.org/drawingml/2006/main"/>
        </p:blipFill>
        <p:spPr>
          <a:xfrm xmlns:a="http://schemas.openxmlformats.org/drawingml/2006/main">
            <a:off x="1058921" y="1638300"/>
            <a:ext cx="2644657" cy="2600325"/>
          </a:xfrm>
          <a:prstGeom xmlns:a="http://schemas.openxmlformats.org/drawingml/2006/main" prst="rect">
            <a:avLst/>
          </a:prstGeom>
        </p:spPr>
      </p:pic>
      <p:pic>
        <p:nvPicPr>
          <p:cNvPr id="1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dcd74dccc945f8"/>
          <a:srcRect xmlns:a="http://schemas.openxmlformats.org/drawingml/2006/main" l="25000" t="7000" r="2500" b="1500"/>
          <a:stretch xmlns:a="http://schemas.openxmlformats.org/drawingml/2006/main"/>
        </p:blipFill>
        <p:spPr>
          <a:xfrm xmlns:a="http://schemas.openxmlformats.org/drawingml/2006/main">
            <a:off x="5553500" y="1638300"/>
            <a:ext cx="2399451" cy="2600325"/>
          </a:xfrm>
          <a:prstGeom xmlns:a="http://schemas.openxmlformats.org/drawingml/2006/main" prst="rect">
            <a:avLst/>
          </a:prstGeom>
        </p:spPr>
      </p:pic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2442F5A-8A34-408B-9653-E7C1E29C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324350"/>
            <a:ext cx="4038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Preferences before disclosure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5B2459BA-3DC3-4BD6-9557-EBC2FF9D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24350"/>
            <a:ext cx="4057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 editable summary before sharing</a:t>
            </a:r>
          </a:p>
        </p:txBody>
      </p:sp>
    </p:spTree>
    <p:extLst>
      <p:ext uri="{BB962C8B-B14F-4D97-AF65-F5344CB8AC3E}">
        <p14:creationId xmlns:p14="http://schemas.microsoft.com/office/powerpoint/2010/main" val="9364042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7" name=""/>
          <p:cNvCxnSpPr>
            <a:stCxn xmlns:a="http://schemas.openxmlformats.org/drawingml/2006/main" id="122" idx="0"/>
            <a:endCxn xmlns:a="http://schemas.openxmlformats.org/drawingml/2006/main" id="117" idx="2"/>
          </p:cNvCxnSpPr>
          <p:nvPr/>
        </p:nvCxnSpPr>
        <p:spPr>
          <a:xfrm xmlns:a="http://schemas.openxmlformats.org/drawingml/2006/main" flipV="1">
            <a:off x="4591050" y="2438400"/>
            <a:ext cx="0" cy="48577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28" name=""/>
          <p:cNvCxnSpPr>
            <a:stCxn xmlns:a="http://schemas.openxmlformats.org/drawingml/2006/main" id="117" idx="3"/>
            <a:endCxn xmlns:a="http://schemas.openxmlformats.org/drawingml/2006/main" id="121" idx="1"/>
          </p:cNvCxnSpPr>
          <p:nvPr/>
        </p:nvCxnSpPr>
        <p:spPr>
          <a:xfrm xmlns:a="http://schemas.openxmlformats.org/drawingml/2006/main">
            <a:off x="5829300" y="1952625"/>
            <a:ext cx="742950" cy="1419225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29" name=""/>
          <p:cNvCxnSpPr>
            <a:stCxn xmlns:a="http://schemas.openxmlformats.org/drawingml/2006/main" id="117" idx="3"/>
            <a:endCxn xmlns:a="http://schemas.openxmlformats.org/drawingml/2006/main" id="118" idx="1"/>
          </p:cNvCxnSpPr>
          <p:nvPr/>
        </p:nvCxnSpPr>
        <p:spPr>
          <a:xfrm xmlns:a="http://schemas.openxmlformats.org/drawingml/2006/main" flipV="1">
            <a:off x="5829300" y="1838325"/>
            <a:ext cx="742950" cy="11430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cxnSp>
        <p:nvCxnSpPr>
          <p:cNvPr id="130" name=""/>
          <p:cNvCxnSpPr>
            <a:stCxn xmlns:a="http://schemas.openxmlformats.org/drawingml/2006/main" id="116" idx="3"/>
            <a:endCxn xmlns:a="http://schemas.openxmlformats.org/drawingml/2006/main" id="117" idx="1"/>
          </p:cNvCxnSpPr>
          <p:nvPr/>
        </p:nvCxnSpPr>
        <p:spPr>
          <a:xfrm xmlns:a="http://schemas.openxmlformats.org/drawingml/2006/main">
            <a:off x="2609850" y="1952625"/>
            <a:ext cx="74295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665D57"/>
            </a:solidFill>
            <a:tailEnd type="triangle" w="sm" len="sm"/>
          </a:ln>
        </p:spPr>
      </p:cxnSp>
      <p:pic>
        <p:nvPicPr>
          <p:cNvPr id="131" name="Google Shape;108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9a391c595ae4ef0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32" name="Google Shape;109;p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24763b5eb749c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0" name="Google Shape;110;p20">
            <a:extLst xmlns:a="http://schemas.openxmlformats.org/drawingml/2006/main">
              <a:ext uri="{FF2B5EF4-FFF2-40B4-BE49-F238E27FC236}">
                <a16:creationId xmlns:a16="http://schemas.microsoft.com/office/drawing/2014/main" id="{011716A9-03A7-4F2C-8B9C-4F018EA7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>
            <a:extLst xmlns:a="http://schemas.openxmlformats.org/drawingml/2006/main">
              <a:ext uri="{FF2B5EF4-FFF2-40B4-BE49-F238E27FC236}">
                <a16:creationId xmlns:a16="http://schemas.microsoft.com/office/drawing/2014/main" id="{4AD38FC5-8796-4541-88CC-E527CCE7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9A5EDE1-06B4-4E31-B7A9-AF060311A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C3C4F99D-2316-4678-B554-4E4737A0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08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AA09C433-A3D7-455B-83AF-D203F0FC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562100"/>
            <a:ext cx="2247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Firebase Hosting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React / Vite web app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454F36F2-770F-4F12-964C-08E74942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466850"/>
            <a:ext cx="2476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Cloud Run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Java / Spring Boot API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JWT + role / ownership checks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9A541ABE-9205-4D5D-8158-A11001039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62075"/>
            <a:ext cx="22098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Gemini API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Intake + preparation drafts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Embeddings for similarity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549DD2D2-02F9-4368-9AD9-95BF0B13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24175"/>
            <a:ext cx="22098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Supabase PostgreSQL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Restricted application role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Certificate-verified TLS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A46853E6-B672-4648-B425-FE7740F27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924175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F1"/>
          </a:solidFill>
          <a:ln xmlns:a="http://schemas.openxmlformats.org/drawingml/2006/main" w="9525">
            <a:solidFill>
              <a:srgbClr val="CCBDB4"/>
            </a:solidFill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Secret Manager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Runtime secrets</a:t>
            </a:r>
          </a:p>
          <a:p xmlns:a="http://schemas.openxmlformats.org/drawingml/2006/main">
            <a:pPr algn="ctr">
              <a:def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Restricted service identity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276404BA-037D-45E2-B51A-D947172E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71950"/>
            <a:ext cx="842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Cloud Build + Artifact Registry → tested backend container → Cloud Run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44F6EDAD-096D-46CD-A12A-06661749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486275"/>
            <a:ext cx="842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1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Firestore is not used. PostgreSQL is the system of record for the current implementation.</a:t>
            </a:r>
          </a:p>
        </p:txBody>
      </p:sp>
    </p:spTree>
    <p:extLst>
      <p:ext uri="{BB962C8B-B14F-4D97-AF65-F5344CB8AC3E}">
        <p14:creationId xmlns:p14="http://schemas.microsoft.com/office/powerpoint/2010/main" val="22570424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5" name="Google Shape;116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e44f843639c492b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26" name="Google Shape;117;p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1f3176c51f4d2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1">
            <a:extLst xmlns:a="http://schemas.openxmlformats.org/drawingml/2006/main">
              <a:ext uri="{FF2B5EF4-FFF2-40B4-BE49-F238E27FC236}">
                <a16:creationId xmlns:a16="http://schemas.microsoft.com/office/drawing/2014/main" id="{BDC9E9A8-B156-4C94-872B-08869A18A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>
            <a:extLst xmlns:a="http://schemas.openxmlformats.org/drawingml/2006/main">
              <a:ext uri="{FF2B5EF4-FFF2-40B4-BE49-F238E27FC236}">
                <a16:creationId xmlns:a16="http://schemas.microsoft.com/office/drawing/2014/main" id="{D5870A05-F9C3-433B-84C2-CE56F4A1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08AA10DB-0D5E-41D3-889B-9A19D871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E24D88D5-14B2-4A68-96B7-8C28E95F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09</a:t>
            </a:r>
          </a:p>
        </p:txBody>
      </p:sp>
      <p:graphicFrame>
        <p:nvGraphicFramePr>
          <p:cNvPr id="131" name=""/>
          <p:cNvGraphicFramePr/>
          <p:nvPr/>
        </p:nvGraphicFramePr>
        <p:xfrm>
          <a:off xmlns:a="http://schemas.openxmlformats.org/drawingml/2006/main" x="361950" y="1323975"/>
          <a:ext xmlns:a="http://schemas.openxmlformats.org/drawingml/2006/main" cx="8420100" cy="3314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43150"/>
                <a:gridCol w="5029200"/>
                <a:gridCol w="1047750"/>
              </a:tblGrid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Technology</a:t>
                      </a:r>
                    </a:p>
                  </a:txBody>
                  <a:tcPr marL="91440" marR="91440" marT="45720" marB="45720" anchor="ctr">
                    <a:solidFill>
                      <a:srgbClr val="A9422A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How Irene uses it</a:t>
                      </a:r>
                    </a:p>
                  </a:txBody>
                  <a:tcPr marL="91440" marR="91440" marT="45720" marB="45720" anchor="ctr">
                    <a:solidFill>
                      <a:srgbClr val="A9422A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Status</a:t>
                      </a:r>
                    </a:p>
                  </a:txBody>
                  <a:tcPr marL="91440" marR="91440" marT="45720" marB="45720" anchor="ctr">
                    <a:solidFill>
                      <a:srgbClr val="A9422A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Firebase Hosting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HTTPS delivery of the React / Vite web app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Live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Cloud Run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Spring Boot workflow, access checks and matching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Live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Gemini API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Draft summaries, facilitator preparation, embeddings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Live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Secret Manager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Database, JWT and Gemini secrets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Live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Cloud Build / Artifact Registry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Build, test and store the backend container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Used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Google Stitch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UI exploration and coral interface refinement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Used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Supabase PostgreSQL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Intakes, programs, circles and invitations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Live</a:t>
                      </a:r>
                    </a:p>
                  </a:txBody>
                  <a:tcPr marL="91440" marR="91440" marT="45720" marB="45720" anchor="ctr">
                    <a:solidFill>
                      <a:srgbClr val="FFF6F1"/>
                    </a:solidFill>
                  </a:tcPr>
                </a:tc>
              </a:tr>
              <a:tr h="368300"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Firestore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Not integrated; PostgreSQL stores application data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95250" tIns="57150" rIns="95250" bIns="57150"/>
                    <a:lstStyle/>
                    <a:p>
                      <a:r>
                        <a:rPr sz="1200" b="0">
                          <a:solidFill>
                            <a:srgbClr val="26211E"/>
                          </a:solidFill>
                          <a:latin typeface="Google Sans Flex"/>
                          <a:ea typeface="Google Sans Flex"/>
                          <a:cs typeface="Google Sans Flex"/>
                        </a:rPr>
                        <a:t>Not used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453035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9" name="Google Shape;124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02e51b7064f433e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0" name="Google Shape;125;p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40e5cd229b40f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6" name="Google Shape;126;p22">
            <a:extLst xmlns:a="http://schemas.openxmlformats.org/drawingml/2006/main">
              <a:ext uri="{FF2B5EF4-FFF2-40B4-BE49-F238E27FC236}">
                <a16:creationId xmlns:a16="http://schemas.microsoft.com/office/drawing/2014/main" id="{56AAFB54-7B20-4A09-9DF0-3D6B9F5F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>
            <a:extLst xmlns:a="http://schemas.openxmlformats.org/drawingml/2006/main">
              <a:ext uri="{FF2B5EF4-FFF2-40B4-BE49-F238E27FC236}">
                <a16:creationId xmlns:a16="http://schemas.microsoft.com/office/drawing/2014/main" id="{073C36BA-EAF1-4CD6-8C16-AD5CF59E9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C96AF20D-0EC5-4905-8BB1-C256B96F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0C737C6D-78C1-49F9-8154-CA8AEEC5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51FEF07B-8F36-473D-BF3C-04016A30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4302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Light-use deployment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9417088B-07D2-4EEC-9A06-CB989EE08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685925"/>
            <a:ext cx="8420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Target: ₹0 while usage fits free allowances and trial credit.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Firebase Spark + Supabase Free; Google backend on trial.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Actual charges depend on usage; zero cost is not guaranteed.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BD6CFF58-151A-4D2E-8172-19FC2C8D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638425"/>
            <a:ext cx="419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Shared-session illustration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D4F8D07E-721F-4E7A-A74B-A75FC1E1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981325"/>
            <a:ext cx="4191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₹2,400 total ÷ 4 participants = ₹600 per person.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The same total ÷ 6 = ₹400 per person.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Illustrative arithmetic; not market pricing or a clinical comparison.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BD790BE4-0CEC-42FA-9F04-4C25CBD5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638425"/>
            <a:ext cx="3857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Operating model to validate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F9589C75-B9D2-49D7-8256-459C4772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981325"/>
            <a:ext cx="38576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 transparent coordination fee could fund operations.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Screening, preparation, unfilled seats and support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must be costed before setting real prices.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628D368A-35B6-4949-9835-4E4F50F3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333875"/>
            <a:ext cx="8420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Cost controls: Cloud Run min 0 / max 2; ₹500 monthly budget alert. Alerts are not caps.</a:t>
            </a:r>
          </a:p>
        </p:txBody>
      </p:sp>
    </p:spTree>
    <p:extLst>
      <p:ext uri="{BB962C8B-B14F-4D97-AF65-F5344CB8AC3E}">
        <p14:creationId xmlns:p14="http://schemas.microsoft.com/office/powerpoint/2010/main" val="42960744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5" name="Google Shape;132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b74a7d931a426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46" name="Google Shape;133;p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5bd7b7aa11488d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34" name="Google Shape;134;p23">
            <a:extLst xmlns:a="http://schemas.openxmlformats.org/drawingml/2006/main">
              <a:ext uri="{FF2B5EF4-FFF2-40B4-BE49-F238E27FC236}">
                <a16:creationId xmlns:a16="http://schemas.microsoft.com/office/drawing/2014/main" id="{FD5DCD66-5FDB-4DED-B40E-BD20986F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>
            <a:extLst xmlns:a="http://schemas.openxmlformats.org/drawingml/2006/main">
              <a:ext uri="{FF2B5EF4-FFF2-40B4-BE49-F238E27FC236}">
                <a16:creationId xmlns:a16="http://schemas.microsoft.com/office/drawing/2014/main" id="{E04BC908-E70B-4D03-8FCB-67466BAC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9B80E177-2EC0-45CB-B640-C9285256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2D5DE1AC-455C-499F-8027-2906A1D3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11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882EA021-B3ED-40A7-B7DB-449EE8BD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228725"/>
            <a:ext cx="842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A human reviews the fit. The participant makes the final choice.</a:t>
            </a:r>
          </a:p>
        </p:txBody>
      </p:sp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71e28b7ce4bda"/>
          <a:srcRect xmlns:a="http://schemas.openxmlformats.org/drawingml/2006/main" l="25000" t="8000" r="2500" b="6000"/>
          <a:stretch xmlns:a="http://schemas.openxmlformats.org/drawingml/2006/main"/>
        </p:blipFill>
        <p:spPr>
          <a:xfrm xmlns:a="http://schemas.openxmlformats.org/drawingml/2006/main">
            <a:off x="1072068" y="1638300"/>
            <a:ext cx="2618363" cy="2667000"/>
          </a:xfrm>
          <a:prstGeom xmlns:a="http://schemas.openxmlformats.org/drawingml/2006/main" prst="rect">
            <a:avLst/>
          </a:prstGeom>
        </p:spPr>
      </p:pic>
      <p:pic>
        <p:nvPicPr>
          <p:cNvPr id="1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84518d5f6845f9"/>
          <a:srcRect xmlns:a="http://schemas.openxmlformats.org/drawingml/2006/main" l="25000" t="17000" r="2500" b="1500"/>
          <a:stretch xmlns:a="http://schemas.openxmlformats.org/drawingml/2006/main"/>
        </p:blipFill>
        <p:spPr>
          <a:xfrm xmlns:a="http://schemas.openxmlformats.org/drawingml/2006/main">
            <a:off x="5371757" y="1638300"/>
            <a:ext cx="2762935" cy="2667000"/>
          </a:xfrm>
          <a:prstGeom xmlns:a="http://schemas.openxmlformats.org/drawingml/2006/main" prst="rect">
            <a:avLst/>
          </a:prstGeom>
        </p:spPr>
      </p:pic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38A155B9-41A8-4661-BB0F-9ED2F0DE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391025"/>
            <a:ext cx="40386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Therapist review of a confirmed intake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2EFA31E9-4016-4545-8F36-C3216F81E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91025"/>
            <a:ext cx="4057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275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 ₹500 quote with accept / decline</a:t>
            </a:r>
          </a:p>
        </p:txBody>
      </p:sp>
    </p:spTree>
    <p:extLst>
      <p:ext uri="{BB962C8B-B14F-4D97-AF65-F5344CB8AC3E}">
        <p14:creationId xmlns:p14="http://schemas.microsoft.com/office/powerpoint/2010/main" val="206841445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8" name="Google Shape;140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4e2f09946464f1e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59" name="Google Shape;141;p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63a45fc32148a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24">
            <a:extLst xmlns:a="http://schemas.openxmlformats.org/drawingml/2006/main">
              <a:ext uri="{FF2B5EF4-FFF2-40B4-BE49-F238E27FC236}">
                <a16:creationId xmlns:a16="http://schemas.microsoft.com/office/drawing/2014/main" id="{99DDED96-1445-4D13-82DD-DA00EB77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>
            <a:extLst xmlns:a="http://schemas.openxmlformats.org/drawingml/2006/main">
              <a:ext uri="{FF2B5EF4-FFF2-40B4-BE49-F238E27FC236}">
                <a16:creationId xmlns:a16="http://schemas.microsoft.com/office/drawing/2014/main" id="{DA6626B9-7724-49DE-8402-8E1EAF36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2B2EF22F-D003-4625-B549-A8A5FE2B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0EF466D8-9252-42CF-99C7-22D5543A8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12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890F5EED-05A0-45A1-85E0-5212F0AC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52550"/>
            <a:ext cx="257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30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9C8BEEE-B7F3-43C1-B14A-9B762D0F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24790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Backend tests passed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1DD76465-91CB-4384-88B7-16138DD6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352550"/>
            <a:ext cx="257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6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7D441C9E-BDC6-4387-B9CF-78E8F930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24790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Frontend routing tests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5CDDCDF-D890-4E45-ACE2-E216C460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352550"/>
            <a:ext cx="25717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52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35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44FF1599-2589-4B6E-9DB6-BA2B6084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47900"/>
            <a:ext cx="2571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Live workflow checks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7BD67747-A33E-4C49-AED1-5A1EE842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6702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What was verified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27C2F9E4-B4A2-4650-A57D-CB3C6BCA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209925"/>
            <a:ext cx="8420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Fictional intake → real Gemini generation / embeddings → therapist review →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matching → group approval → fixed quote → acceptance → cancellation / deletion.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CE9BD8D4-8B67-41A1-86A7-5DEAB234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10000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What this evidence does not establish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0A431E20-AE98-49DA-B17C-CA94E0EA2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52900"/>
            <a:ext cx="84201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Clinical suitability, crisis-detection accuracy, real-user outcomes or high-load performance.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The next evaluation should measure affordability, access and participant control.</a:t>
            </a:r>
          </a:p>
        </p:txBody>
      </p:sp>
    </p:spTree>
    <p:extLst>
      <p:ext uri="{BB962C8B-B14F-4D97-AF65-F5344CB8AC3E}">
        <p14:creationId xmlns:p14="http://schemas.microsoft.com/office/powerpoint/2010/main" val="207822878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2" name="Google Shape;148;p2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8ec881b27114591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63" name="Google Shape;149;p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c6bc069d7e4c08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B55D5CF6-8AD4-4846-B6A9-8A1D6D8C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19D63E1-0B84-4B5C-A826-DF67B930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50" y="663825"/>
            <a:ext cx="8943000" cy="561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7CD20BF9-91A7-4E4C-9C98-12A68802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97F0868A-396E-43E1-AAB2-EE4F7FC2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13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2541D72D-C6F4-44D0-9624-3FA50B41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2397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Next: establish safe, appropriate group criteria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13CF4DFD-B7B6-44E9-B28B-B1D76D6A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666875"/>
            <a:ext cx="8420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Work with qualified clinicians on suitability, consent, escalation and the limits of AI.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Evaluate labelled fictional cases before considering any service trial.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3914AF6E-73B5-4941-8072-F8E778F5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438400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Then: validate access and economics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3B64335D-FF6C-4841-83EB-21FD41D0D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81300"/>
            <a:ext cx="8420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Explore campus counselling and nonprofit pilots. Measure out-of-pocket cost,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time to an appropriate group, attendance, comfort and therapist preparation time.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7CE0EBFE-0966-413D-9594-18E37795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552825"/>
            <a:ext cx="8420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Grow only after the foundations are tested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0C66DB32-38F3-4AF2-B7DB-31F92655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895725"/>
            <a:ext cx="84201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Validate sustainable pricing, accessibility and language support. Add paid sessions</a:t>
            </a:r>
          </a:p>
          <a:p xmlns:a="http://schemas.openxmlformats.org/drawingml/2006/main">
            <a:pPr>
              <a:def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35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stronger operational governance only after professional and user review.</a:t>
            </a:r>
          </a:p>
        </p:txBody>
      </p:sp>
    </p:spTree>
    <p:extLst>
      <p:ext uri="{BB962C8B-B14F-4D97-AF65-F5344CB8AC3E}">
        <p14:creationId xmlns:p14="http://schemas.microsoft.com/office/powerpoint/2010/main" val="120277697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0" name="Google Shape;156;p2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b3f8b3f44514785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1" name="Google Shape;157;p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7bbea9cc9f4062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37CB4E84-5CC3-41D1-9E97-D9A83B45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A97974A5-3373-4B61-A619-312C46949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7" y="663797"/>
            <a:ext cx="8943023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latin typeface="Google Sans Flex Medium"/>
                <a:ea typeface="Google Sans Flex Medium"/>
                <a:cs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</a:endParaRP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1A3486C3-53B2-4BE2-9F0C-73D6C4CA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06A8BB68-95CC-45EF-ADF8-34734DB5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14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FD899940-2C0D-4EF5-9108-92F161B33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8112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GitHub Public Repository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5A1D7CDE-0C94-484E-B39E-07899D32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771650"/>
            <a:ext cx="828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0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  <a:hlinkClick xmlns:r="http://schemas.openxmlformats.org/officeDocument/2006/relationships" r:id="Rcb26b08011474d00"/>
              </a:rPr>
              <a:t>github.com/TheAverageGatsby13/project-irene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3F52A968-A331-4416-8DBD-AB2A5A10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53365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Demo Video Link (3 Minutes)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ACC81ADD-F8E4-4550-B50F-8469BE2C9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924175"/>
            <a:ext cx="8420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2:30 English demo prepared · public upload link pending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E4FFC966-8864-4625-8545-FA361E12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686175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725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Final Product Link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996DE277-68B0-4B3D-91BE-6A34917D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076700"/>
            <a:ext cx="828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425" b="0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  <a:hlinkClick xmlns:r="http://schemas.openxmlformats.org/officeDocument/2006/relationships" r:id="R8083dd3bd8e04740"/>
              </a:rPr>
              <a:t>project-irene-fd39e.web.app</a:t>
            </a:r>
          </a:p>
        </p:txBody>
      </p:sp>
    </p:spTree>
    <p:extLst>
      <p:ext uri="{BB962C8B-B14F-4D97-AF65-F5344CB8AC3E}">
        <p14:creationId xmlns:p14="http://schemas.microsoft.com/office/powerpoint/2010/main" val="148684794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5" name="Google Shape;164;p2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82f2a76ec84253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6" name="Google Shape;165;p2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b7d0aa59a04ddc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"/>
            <a:ext cx="9144000" cy="50735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8C636203-09A0-4E1F-949E-64D88AC5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250" y="5071875"/>
            <a:ext cx="9173400" cy="9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C905ECFA-6638-4783-A7B4-5D950840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857750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MODEL CITIZENS  /  PROJECT IRENE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59CB0851-431C-4460-897F-011C67BE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5775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825" b="0">
                <a:solidFill>
                  <a:srgbClr val="665D57"/>
                </a:solidFill>
                <a:latin typeface="Google Sans Flex"/>
                <a:ea typeface="Google Sans Flex"/>
                <a:cs typeface="Google Sans Flex"/>
              </a:rPr>
              <a:t>15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E95EF541-79F0-4CFE-9C39-2648ACBCE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781050"/>
            <a:ext cx="842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600" b="1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Why this belongs in Sustainability &amp; Social Impact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78C5CE51-A21D-424B-BA3A-85CEC094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590675"/>
            <a:ext cx="84201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8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The first step towards support should not</a:t>
            </a:r>
          </a:p>
          <a:p xmlns:a="http://schemas.openxmlformats.org/drawingml/2006/main">
            <a:pPr>
              <a:defRPr sz="28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2850" b="1">
                <a:solidFill>
                  <a:srgbClr val="A9422A"/>
                </a:solidFill>
                <a:latin typeface="Google Sans Flex"/>
                <a:ea typeface="Google Sans Flex"/>
                <a:cs typeface="Google Sans Flex"/>
              </a:rPr>
              <a:t>feel out of reach.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4D99C0FB-5B06-459E-96BE-2B0DA270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33675"/>
            <a:ext cx="84201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For someone worried about the fee.</a:t>
            </a:r>
          </a:p>
          <a:p xmlns:a="http://schemas.openxmlformats.org/drawingml/2006/main">
            <a:pPr>
              <a:def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For someone protecting their parents from worry.</a:t>
            </a:r>
          </a:p>
          <a:p xmlns:a="http://schemas.openxmlformats.org/drawingml/2006/main">
            <a:pPr>
              <a:def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875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For someone who wants to speak, but needs to begin privately.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F6E062B8-AC77-45F3-BBD4-1DFBE62B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076700"/>
            <a:ext cx="842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Our intended impact: a lower financial barrier, more choice over disclosure,</a:t>
            </a:r>
          </a:p>
          <a:p xmlns:a="http://schemas.openxmlformats.org/drawingml/2006/main">
            <a:pPr>
              <a:def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defRPr>
            </a:pPr>
            <a:r>
              <a:rPr sz="1500" b="0">
                <a:solidFill>
                  <a:srgbClr val="26211E"/>
                </a:solidFill>
                <a:latin typeface="Google Sans Flex"/>
                <a:ea typeface="Google Sans Flex"/>
                <a:cs typeface="Google Sans Flex"/>
              </a:rPr>
              <a:t>and a path into professionally guided community.</a:t>
            </a:r>
          </a:p>
        </p:txBody>
      </p:sp>
    </p:spTree>
    <p:extLst>
      <p:ext uri="{BB962C8B-B14F-4D97-AF65-F5344CB8AC3E}">
        <p14:creationId xmlns:p14="http://schemas.microsoft.com/office/powerpoint/2010/main" val="174924491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Google Shape;171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41d00096a64177">
            <a:alphaModFix/>
          </a:blip>
          <a:srcRect xmlns:a="http://schemas.openxmlformats.org/drawingml/2006/main" l="0" t="0" r="0" b="98001"/>
          <a:stretch xmlns:a="http://schemas.openxmlformats.org/drawingml/2006/main"/>
        </p:blipFill>
        <p:spPr>
          <a:xfrm xmlns:a="http://schemas.openxmlformats.org/drawingml/2006/main">
            <a:off x="0" y="5093562"/>
            <a:ext cx="9144000" cy="542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4" name="Google Shape;172;p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ba03c7fbd74b45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0" cy="514351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862463832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2026-10-10T19:24:21.1050000Z</dcterms:created>
  <dcterms:modified xsi:type="dcterms:W3CDTF">2026-10-10T19:24:21.1050000Z</dcterms:modified>
</coreProperties>
</file>