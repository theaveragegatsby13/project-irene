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e0d5f8e8fa4db6" /><Relationship Type="http://schemas.openxmlformats.org/officeDocument/2006/relationships/extended-properties" Target="/docProps/app.xml" Id="Rac9e32a27d624f53" /><Relationship Type="http://schemas.openxmlformats.org/officeDocument/2006/relationships/officeDocument" Target="/ppt/presentation.xml" Id="Rb4ae3ad2975e4bb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20163d5cba974cc6"/>
  </p:sldMasterIdLst>
  <p:notesMasterIdLst>
    <p:notesMasterId xmlns:r="http://schemas.openxmlformats.org/officeDocument/2006/relationships" r:id="R259699ed4c3540cc"/>
  </p:notesMasterIdLst>
  <p:sldIdLst>
    <p:sldId xmlns:r="http://schemas.openxmlformats.org/officeDocument/2006/relationships" id="256" r:id="R590c718d31e84cce"/>
    <p:sldId xmlns:r="http://schemas.openxmlformats.org/officeDocument/2006/relationships" id="257" r:id="Rde3dc87dbe6d4ca8"/>
    <p:sldId xmlns:r="http://schemas.openxmlformats.org/officeDocument/2006/relationships" id="258" r:id="R23241dc47b904bd7"/>
    <p:sldId xmlns:r="http://schemas.openxmlformats.org/officeDocument/2006/relationships" id="259" r:id="R2fc04a23822e4b0b"/>
    <p:sldId xmlns:r="http://schemas.openxmlformats.org/officeDocument/2006/relationships" id="260" r:id="R569ab8657f7642bd"/>
    <p:sldId xmlns:r="http://schemas.openxmlformats.org/officeDocument/2006/relationships" id="261" r:id="Rf7a165a561bd4b4e"/>
    <p:sldId xmlns:r="http://schemas.openxmlformats.org/officeDocument/2006/relationships" id="262" r:id="R835cd0ce33ea495e"/>
    <p:sldId xmlns:r="http://schemas.openxmlformats.org/officeDocument/2006/relationships" id="263" r:id="Rebb9ed2c3452485a"/>
    <p:sldId xmlns:r="http://schemas.openxmlformats.org/officeDocument/2006/relationships" id="264" r:id="R057242cc300c41b5"/>
    <p:sldId xmlns:r="http://schemas.openxmlformats.org/officeDocument/2006/relationships" id="265" r:id="R69e20ec6eaee432f"/>
    <p:sldId xmlns:r="http://schemas.openxmlformats.org/officeDocument/2006/relationships" id="266" r:id="R03a1dc3338424d66"/>
    <p:sldId xmlns:r="http://schemas.openxmlformats.org/officeDocument/2006/relationships" id="267" r:id="Rb737dd9e0e254b6d"/>
    <p:sldId xmlns:r="http://schemas.openxmlformats.org/officeDocument/2006/relationships" id="268" r:id="Rac3086479dd541f1"/>
    <p:sldId xmlns:r="http://schemas.openxmlformats.org/officeDocument/2006/relationships" id="269" r:id="R5e3ff214f8604484"/>
    <p:sldId xmlns:r="http://schemas.openxmlformats.org/officeDocument/2006/relationships" id="270" r:id="Rd11a0c21287e4076"/>
    <p:sldId xmlns:r="http://schemas.openxmlformats.org/officeDocument/2006/relationships" id="271" r:id="Rf28a6f30304e4834"/>
  </p:sldIdLst>
  <p:sldSz cx="9144000" cy="5143500"/>
  <p:notesSz cx="6858000" cy="9144000"/>
  <p:embeddedFontLst>
    <p:embeddedFont>
      <p:font typeface="Google Sans Flex Medium"/>
      <p:regular xmlns:r="http://schemas.openxmlformats.org/officeDocument/2006/relationships" r:id="R6ec692715f284aa0"/>
      <p:bold xmlns:r="http://schemas.openxmlformats.org/officeDocument/2006/relationships" r:id="R73fc49ed79e242e4"/>
    </p:embeddedFont>
    <p:embeddedFont>
      <p:font typeface="Google Sans Flex"/>
      <p:regular xmlns:r="http://schemas.openxmlformats.org/officeDocument/2006/relationships" r:id="R6cb0d282e9d4426e"/>
      <p:bold xmlns:r="http://schemas.openxmlformats.org/officeDocument/2006/relationships" r:id="Rcefdb3d6b7ad4e78"/>
    </p:embeddedFont>
    <p:embeddedFont>
      <p:font typeface="Google Sans Flex SemiBold"/>
      <p:regular xmlns:r="http://schemas.openxmlformats.org/officeDocument/2006/relationships" r:id="R1c2ad2964ba8459c"/>
      <p:bold xmlns:r="http://schemas.openxmlformats.org/officeDocument/2006/relationships" r:id="Re7a6627cfb234055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cbaa7c25e94a48" /><Relationship Type="http://schemas.openxmlformats.org/officeDocument/2006/relationships/slideMaster" Target="/ppt/slideMasters/slideMaster1.xml" Id="R20163d5cba974cc6" /><Relationship Type="http://schemas.openxmlformats.org/officeDocument/2006/relationships/notesMaster" Target="/ppt/notesMasters/notesMaster1.xml" Id="R259699ed4c3540cc" /><Relationship Type="http://schemas.openxmlformats.org/officeDocument/2006/relationships/presProps" Target="/ppt/presProps.xml" Id="Rc9623716672442dc" /><Relationship Type="http://schemas.openxmlformats.org/officeDocument/2006/relationships/viewProps" Target="/ppt/viewProps.xml" Id="R8388148456f3479f" /><Relationship Type="http://schemas.openxmlformats.org/officeDocument/2006/relationships/tableStyles" Target="/ppt/tableStyles.xml" Id="Rccbccf5b5e9f42a8" /><Relationship Type="http://schemas.openxmlformats.org/officeDocument/2006/relationships/font" Target="/ppt/fonts/font.dat" Id="R6ec692715f284aa0" /><Relationship Type="http://schemas.openxmlformats.org/officeDocument/2006/relationships/font" Target="/ppt/fonts/font2.dat" Id="R73fc49ed79e242e4" /><Relationship Type="http://schemas.openxmlformats.org/officeDocument/2006/relationships/font" Target="/ppt/fonts/font3.dat" Id="R6cb0d282e9d4426e" /><Relationship Type="http://schemas.openxmlformats.org/officeDocument/2006/relationships/font" Target="/ppt/fonts/font4.dat" Id="Rcefdb3d6b7ad4e78" /><Relationship Type="http://schemas.openxmlformats.org/officeDocument/2006/relationships/font" Target="/ppt/fonts/font5.dat" Id="R1c2ad2964ba8459c" /><Relationship Type="http://schemas.openxmlformats.org/officeDocument/2006/relationships/font" Target="/ppt/fonts/font6.dat" Id="Re7a6627cfb234055" /><Relationship Type="http://schemas.openxmlformats.org/officeDocument/2006/relationships/slide" Target="/ppt/slides/slide1.xml" Id="R590c718d31e84cce" /><Relationship Type="http://schemas.openxmlformats.org/officeDocument/2006/relationships/slide" Target="/ppt/slides/slide2.xml" Id="Rde3dc87dbe6d4ca8" /><Relationship Type="http://schemas.openxmlformats.org/officeDocument/2006/relationships/slide" Target="/ppt/slides/slide3.xml" Id="R23241dc47b904bd7" /><Relationship Type="http://schemas.openxmlformats.org/officeDocument/2006/relationships/slide" Target="/ppt/slides/slide4.xml" Id="R2fc04a23822e4b0b" /><Relationship Type="http://schemas.openxmlformats.org/officeDocument/2006/relationships/slide" Target="/ppt/slides/slide5.xml" Id="R569ab8657f7642bd" /><Relationship Type="http://schemas.openxmlformats.org/officeDocument/2006/relationships/slide" Target="/ppt/slides/slide6.xml" Id="Rf7a165a561bd4b4e" /><Relationship Type="http://schemas.openxmlformats.org/officeDocument/2006/relationships/slide" Target="/ppt/slides/slide7.xml" Id="R835cd0ce33ea495e" /><Relationship Type="http://schemas.openxmlformats.org/officeDocument/2006/relationships/slide" Target="/ppt/slides/slide8.xml" Id="Rebb9ed2c3452485a" /><Relationship Type="http://schemas.openxmlformats.org/officeDocument/2006/relationships/slide" Target="/ppt/slides/slide9.xml" Id="R057242cc300c41b5" /><Relationship Type="http://schemas.openxmlformats.org/officeDocument/2006/relationships/slide" Target="/ppt/slides/slide10.xml" Id="R69e20ec6eaee432f" /><Relationship Type="http://schemas.openxmlformats.org/officeDocument/2006/relationships/slide" Target="/ppt/slides/slide11.xml" Id="R03a1dc3338424d66" /><Relationship Type="http://schemas.openxmlformats.org/officeDocument/2006/relationships/slide" Target="/ppt/slides/slide12.xml" Id="Rb737dd9e0e254b6d" /><Relationship Type="http://schemas.openxmlformats.org/officeDocument/2006/relationships/slide" Target="/ppt/slides/slide13.xml" Id="Rac3086479dd541f1" /><Relationship Type="http://schemas.openxmlformats.org/officeDocument/2006/relationships/slide" Target="/ppt/slides/slide14.xml" Id="R5e3ff214f8604484" /><Relationship Type="http://schemas.openxmlformats.org/officeDocument/2006/relationships/slide" Target="/ppt/slides/slide15.xml" Id="Rd11a0c21287e4076" /><Relationship Type="http://schemas.openxmlformats.org/officeDocument/2006/relationships/slide" Target="/ppt/slides/slide16.xml" Id="Rf28a6f30304e48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4a77ccf23d144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33e256169e647dd" /><Relationship Type="http://schemas.openxmlformats.org/officeDocument/2006/relationships/notesMaster" Target="/ppt/notesMasters/notesMaster1.xml" Id="Rdf495bfe086449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f23377a91a4887" /><Relationship Type="http://schemas.openxmlformats.org/officeDocument/2006/relationships/notesMaster" Target="/ppt/notesMasters/notesMaster1.xml" Id="R0973f17b967149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4785d43a9e4463" /><Relationship Type="http://schemas.openxmlformats.org/officeDocument/2006/relationships/notesMaster" Target="/ppt/notesMasters/notesMaster1.xml" Id="Receb87dd9f8e4bc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b3db4607754800" /><Relationship Type="http://schemas.openxmlformats.org/officeDocument/2006/relationships/notesMaster" Target="/ppt/notesMasters/notesMaster1.xml" Id="R2298eed9626c46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626031f3e34f1e" /><Relationship Type="http://schemas.openxmlformats.org/officeDocument/2006/relationships/notesMaster" Target="/ppt/notesMasters/notesMaster1.xml" Id="R87e700fd6b8b4b9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f9844eb49a94732" /><Relationship Type="http://schemas.openxmlformats.org/officeDocument/2006/relationships/notesMaster" Target="/ppt/notesMasters/notesMaster1.xml" Id="R3421f9425e2c45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bc0c31ad554de4" /><Relationship Type="http://schemas.openxmlformats.org/officeDocument/2006/relationships/notesMaster" Target="/ppt/notesMasters/notesMaster1.xml" Id="R811eab8535374c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995a7172e254a12" /><Relationship Type="http://schemas.openxmlformats.org/officeDocument/2006/relationships/notesMaster" Target="/ppt/notesMasters/notesMaster1.xml" Id="R084a785dcc9e455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d33de667cf94823" /><Relationship Type="http://schemas.openxmlformats.org/officeDocument/2006/relationships/notesMaster" Target="/ppt/notesMasters/notesMaster1.xml" Id="R440c2876802442e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e776338c0e84798" /><Relationship Type="http://schemas.openxmlformats.org/officeDocument/2006/relationships/notesMaster" Target="/ppt/notesMasters/notesMaster1.xml" Id="R789241a626ae48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4d695e5395c43be" /><Relationship Type="http://schemas.openxmlformats.org/officeDocument/2006/relationships/notesMaster" Target="/ppt/notesMasters/notesMaster1.xml" Id="R0f013d44a15d49b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a21952ec314ab9" /><Relationship Type="http://schemas.openxmlformats.org/officeDocument/2006/relationships/notesMaster" Target="/ppt/notesMasters/notesMaster1.xml" Id="Rcd9fed8160fc461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3153411b3c943d8" /><Relationship Type="http://schemas.openxmlformats.org/officeDocument/2006/relationships/notesMaster" Target="/ppt/notesMasters/notesMaster1.xml" Id="R7aea22575822490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31d488eee854357" /><Relationship Type="http://schemas.openxmlformats.org/officeDocument/2006/relationships/notesMaster" Target="/ppt/notesMasters/notesMaster1.xml" Id="R984a9f2ea7bc4c8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1284e86c97e407b" /><Relationship Type="http://schemas.openxmlformats.org/officeDocument/2006/relationships/notesMaster" Target="/ppt/notesMasters/notesMaster1.xml" Id="R9ce22af5cbe7460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f7a892747fa4d7c" /><Relationship Type="http://schemas.openxmlformats.org/officeDocument/2006/relationships/notesMaster" Target="/ppt/notesMasters/notesMaster1.xml" Id="Rbac99019ffbe47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Project Irene | Model Citizens | Team leader: Debadrita Dutta. Theme: Sustainability &amp; Social Impact, with a social-good and healthcare-access focus. Founder motivation is the personal experience supplied by the team leader, not a population study.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Founder story paraphrased from the user’s own account. Pause after “they would worry.” This is the emotional starting point, not evidence of market demand. Current implementation evidence: frontend/src/Workspace.jsx; backend workflow/ExperienceService.java; docs/DEPLOYMENT_STATUS.md, verified 10 October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Positioning is a product hypothesis, not a claim of being the first or only group-support platform. The product does not guarantee confidentiality among group members, clinical suitability or lower total operating cost. Societal theme source: https://aibuildercup.com/themes.html (accessed 10 October 2026).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Implemented features, not future promises. Gemini embeddings contribute to similarity ranking; hard filters and professional review remain separate. Meet URLs are supplied manually; calendar integration is an ICS download, not a Google Calendar API integration. No payments are collected. Evidence: application workflow and deployment verification.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Workflow implemented in ExperienceService.java and matching services. Risk signal is experimental, not a clinically validated detector. Human review is mandatory and there is no live crisis monitoring. Shape boxes and connectors are editable.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deployed-app screenshots recorded 10 October 2026. All participant information shown is fictional. Images are cropped for readability without changing UI or values. Coral interface refined with Google Stitch; React/Vite implementation.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deployed architecture as of 10 October 2026. Firebase Hosting Spark; Cloud Run asia-south1 minimum 0, maximum 2; Supabase PostgreSQL Free, session pooler; Secret Manager runtime identity. Gemini Developer API, not Vertex AI. Cloud SQL, Firebase Authentication, Firestore, ADK, Gemma, DLP and automated Workspace APIs are not implemented. Evidence: docs/DEPLOYMENT_STATUS.md, application-hosted.yml, GoogleAiService.java, cloudbuild.yaml.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Implementation status, not a wishlist. Gemini generation model configured as gemini-3.5-flash-lite; embeddings gemini-embedding-001 (768 dimensions). Model identifiers are configurable. Refer to docs/DEPLOYMENT_STATUS.md and backend/src/main/java/com/irene/irene/ai/service/GoogleAiService.java. Google AI Studio can support API experimentation but is not claimed as a deployed component.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No billed expenditure or revenue measurement is claimed. Cost target assumes very light demo traffic within free/trial allowances, excluding professional time and development labor. Cloud Run min0 max2 do not cap total spending. Sources: https://firebase.google.com/pricing ; https://cloud.google.com/run/pricing ; https://ai.google.dev/gemini-api/docs/pricing ; https://supabase.com/pricing . Configuration evidence: docs/DEPLOYMENT_STATUS.md. Fee arithmetic is an illustrative team assumption.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live-app screenshots, fictional demo only. Demo fee INR1,000 divided by 2 invited participants gives INR500 per participant. No real payment, appointment or Meet room was created. The video-created circle was cancelled after capture.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Recorded verification dated 10 October 2026, not a benchmark against competitors. Evidence: docs/DEPLOYMENT_STATUS.md; backend/target/surefire-reports; frontend/tests/authRouting.test.js; prior live release verification. Counts refer to software checks and fictional workflows, not patients. No latency, model-accuracy or clinical-outcome percentages are claimed.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Roadmap and potential channels only: no confirmed clinician partnership, campus contract, pilot participants or revenue. Before a real-health-data pilot, professional, legal, privacy and operational review would be required. This prototype is restricted to fictional data.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Repository and deployment links must be checked without account access before submission. Public demo-video URL must be supplied before submitting this deck if the pending label remains. Prepared video: docs/submission/video/Irene-Demo-English.mp4, under three minutes, 1920x1080 with Indian English synthetic narration and captions.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Theme alignment: https://aibuildercup.com/themes.html . Founder motivation supplied directly by Debadrita Dutta. Impact is intended, not yet demonstrated through a real-user study. Closing sentiment is original pitch copy based on that experience.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9fdc994a14498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aa2daf4d494bc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d82c51d6754a1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08113917b449b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4276f17446466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8fb3bb6ff947e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ed9a2a7c0a42b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0c017664d64b4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4b6d5caab347c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28c464928b463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d7355247184144" /></Relationships>
</file>

<file path=ppt/slideLayouts/slideLayout1.xml><?xml version="1.0" encoding="utf-8"?>
<ns0:sldLayout xmlns:ns0="http://schemas.openxmlformats.org/presentationml/2006/main" xmlns:ns1="http://schemas.openxmlformats.org/drawingml/2006/main" xmlns:ns2="http://schemas.microsoft.com/office/drawing/2014/main" matchingName="Title slide" type="title">
  <ns0:cSld name="TITLE">
    <ns0:spTree>
      <ns0:nvGrpSpPr>
        <ns0:cNvPr id="1" name=""/>
        <ns0:cNvGrpSpPr/>
        <ns0:nvPr/>
      </ns0:nvGrpSpPr>
      <ns0:grpSpPr>
        <ns1:xfrm/>
      </ns0:grpSpPr>
      <ns0:sp>
        <ns0:nvSpPr>
          <ns0:cNvPr id="10" name="Google Shape;10;p2">
            <ns1:extLst>
              <ns1:ext uri="{FF2B5EF4-FFF2-40B4-BE49-F238E27FC236}">
                <ns2:creationId id="{EBF00891-78AC-4019-89ED-601B92AD03DA}"/>
              </ns1:ext>
            </ns1:extLst>
          </ns0:cNvPr>
          <ns0:cNvSpPr>
            <ns1:spLocks noGrp="1"/>
          </ns0:cNvSpPr>
          <ns0:nvPr>
            <ns0:ph type="ctrTitle"/>
          </ns0:nvPr>
        </ns0:nvSpPr>
        <ns0:spPr>
          <ns1:xfrm>
            <ns1:off x="311708" y="744575"/>
            <ns1:ext cx="8520600" cy="2052600"/>
          </ns1:xfrm>
          <ns1:prstGeom prst="rect">
            <ns1:avLst/>
          </ns1:prstGeom>
        </ns0:spPr>
        <ns0:txBody>
          <ns1:bodyPr spcFirstLastPara="1" wrap="square" lIns="91425" tIns="91425" rIns="91425" bIns="91425" anchor="b">
            <ns1:normAutofit/>
          </ns1:bodyPr>
          <ns1:lstStyle>
            <ns1:lvl1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1pPr>
            <ns1:lvl2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2pPr>
            <ns1:lvl3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3pPr>
            <ns1:lvl4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4pPr>
            <ns1:lvl5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5pPr>
            <ns1:lvl6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6pPr>
            <ns1:lvl7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7pPr>
            <ns1:lvl8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8pPr>
            <ns1:lvl9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9pPr>
          </ns1:lstStyle>
          <ns1:p/>
        </ns0:txBody>
      </ns0:sp>
      <ns0:sp>
        <ns0:nvSpPr>
          <ns0:cNvPr id="11" name="Google Shape;11;p2">
            <ns1:extLst>
              <ns1:ext uri="{FF2B5EF4-FFF2-40B4-BE49-F238E27FC236}">
                <ns2:creationId id="{0557A22C-82CF-4277-9C10-0483E9F87F9D}"/>
              </ns1:ext>
            </ns1:extLst>
          </ns0:cNvPr>
          <ns0:cNvSpPr>
            <ns1:spLocks noGrp="1"/>
          </ns0:cNvSpPr>
          <ns0:nvPr>
            <ns0:ph type="subTitle" idx="1"/>
          </ns0:nvPr>
        </ns0:nvSpPr>
        <ns0:spPr>
          <ns1:xfrm>
            <ns1:off x="311700" y="2834125"/>
            <ns1:ext cx="8520600" cy="7926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1pPr>
            <ns1:lvl2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2pPr>
            <ns1:lvl3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3pPr>
            <ns1:lvl4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4pPr>
            <ns1:lvl5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5pPr>
            <ns1:lvl6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6pPr>
            <ns1:lvl7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7pPr>
            <ns1:lvl8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8pPr>
            <ns1:lvl9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9pPr>
          </ns1:lstStyle>
          <ns1:p/>
        </ns0:txBody>
      </ns0:sp>
      <ns0:sp>
        <ns0:nvSpPr>
          <ns0:cNvPr id="12" name="Google Shape;12;p2">
            <ns1:extLst>
              <ns1:ext uri="{FF2B5EF4-FFF2-40B4-BE49-F238E27FC236}">
                <ns2:creationId id="{CA3139DF-B5C0-416F-89B2-5A8F61FA0538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2.xml><?xml version="1.0" encoding="utf-8"?>
<ns0:sldLayout xmlns:ns0="http://schemas.openxmlformats.org/presentationml/2006/main" xmlns:ns1="http://schemas.openxmlformats.org/drawingml/2006/main" xmlns:ns2="http://schemas.microsoft.com/office/drawing/2014/main" matchingName="Section header" type="secHead">
  <ns0:cSld name="SECTION_HEADER">
    <ns0:spTree>
      <ns0:nvGrpSpPr>
        <ns0:cNvPr id="1" name=""/>
        <ns0:cNvGrpSpPr/>
        <ns0:nvPr/>
      </ns0:nvGrpSpPr>
      <ns0:grpSpPr>
        <ns1:xfrm/>
      </ns0:grpSpPr>
      <ns0:sp>
        <ns0:nvSpPr>
          <ns0:cNvPr id="14" name="Google Shape;14;p3">
            <ns1:extLst>
              <ns1:ext uri="{FF2B5EF4-FFF2-40B4-BE49-F238E27FC236}">
                <ns2:creationId id="{191040F9-7FA5-4E18-837C-EAA369AD916B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2150850"/>
            <ns1:ext cx="8520600" cy="8418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1pPr>
            <ns1:lvl2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2pPr>
            <ns1:lvl3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3pPr>
            <ns1:lvl4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4pPr>
            <ns1:lvl5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5pPr>
            <ns1:lvl6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6pPr>
            <ns1:lvl7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7pPr>
            <ns1:lvl8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8pPr>
            <ns1:lvl9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9pPr>
          </ns1:lstStyle>
          <ns1:p/>
        </ns0:txBody>
      </ns0:sp>
      <ns0:sp>
        <ns0:nvSpPr>
          <ns0:cNvPr id="15" name="Google Shape;15;p3">
            <ns1:extLst>
              <ns1:ext uri="{FF2B5EF4-FFF2-40B4-BE49-F238E27FC236}">
                <ns2:creationId id="{EAC81088-C862-4217-A9B0-41D5CA1FA337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3.xml><?xml version="1.0" encoding="utf-8"?>
<ns0:sldLayout xmlns:ns0="http://schemas.openxmlformats.org/presentationml/2006/main" xmlns:ns1="http://schemas.openxmlformats.org/drawingml/2006/main" xmlns:ns2="http://schemas.microsoft.com/office/drawing/2014/main" matchingName="Title and body">
  <ns0:cSld name="TITLE_AND_BODY">
    <ns0:spTree>
      <ns0:nvGrpSpPr>
        <ns0:cNvPr id="1" name=""/>
        <ns0:cNvGrpSpPr/>
        <ns0:nvPr/>
      </ns0:nvGrpSpPr>
      <ns0:grpSpPr>
        <ns1:xfrm/>
      </ns0:grpSpPr>
      <ns0:sp>
        <ns0:nvSpPr>
          <ns0:cNvPr id="17" name="Google Shape;17;p4">
            <ns1:extLst>
              <ns1:ext uri="{FF2B5EF4-FFF2-40B4-BE49-F238E27FC236}">
                <ns2:creationId id="{BC2EFAEB-426B-44BB-AAF7-C5FD754F7976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445025"/>
            <ns1:ext cx="8520600" cy="5727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1pPr>
            <ns1:lvl2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2pPr>
            <ns1:lvl3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3pPr>
            <ns1:lvl4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4pPr>
            <ns1:lvl5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5pPr>
            <ns1:lvl6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6pPr>
            <ns1:lvl7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7pPr>
            <ns1:lvl8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8pPr>
            <ns1:lvl9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9pPr>
          </ns1:lstStyle>
          <ns1:p/>
        </ns0:txBody>
      </ns0:sp>
      <ns0:sp>
        <ns0:nvSpPr>
          <ns0:cNvPr id="18" name="Google Shape;18;p4">
            <ns1:extLst>
              <ns1:ext uri="{FF2B5EF4-FFF2-40B4-BE49-F238E27FC236}">
                <ns2:creationId id="{FF1A160B-053F-47DB-85B3-9CF442A52905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1152475"/>
            <ns1:ext cx="8520600" cy="34164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42900">
              <ns1:spcBef>
                <ns1:spcPts val="0"/>
              </ns1:spcBef>
              <ns1:spcAft>
                <ns1:spcPts val="0"/>
              </ns1:spcAft>
              <ns1:buSzPts val="1800"/>
              <ns1:buChar char="●"/>
              <ns1:defRPr/>
            </ns1:lvl1pPr>
            <ns1:lvl2pPr marL="9144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2pPr>
            <ns1:lvl3pPr marL="13716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3pPr>
            <ns1:lvl4pPr marL="18288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4pPr>
            <ns1:lvl5pPr marL="22860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5pPr>
            <ns1:lvl6pPr marL="27432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6pPr>
            <ns1:lvl7pPr marL="32004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7pPr>
            <ns1:lvl8pPr marL="36576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8pPr>
            <ns1:lvl9pPr marL="41148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9pPr>
          </ns1:lstStyle>
          <ns1:p/>
        </ns0:txBody>
      </ns0:sp>
      <ns0:sp>
        <ns0:nvSpPr>
          <ns0:cNvPr id="19" name="Google Shape;19;p4">
            <ns1:extLst>
              <ns1:ext uri="{FF2B5EF4-FFF2-40B4-BE49-F238E27FC236}">
                <ns2:creationId id="{690EB6F7-1C2D-4BA0-A08C-5A0F62274679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4.xml><?xml version="1.0" encoding="utf-8"?>
<ns0:sldLayout xmlns:ns0="http://schemas.openxmlformats.org/presentationml/2006/main" xmlns:ns1="http://schemas.openxmlformats.org/drawingml/2006/main" xmlns:ns2="http://schemas.microsoft.com/office/drawing/2014/main" matchingName="Title and two columns">
  <ns0:cSld name="TITLE_AND_TWO_COLUMNS">
    <ns0:spTree>
      <ns0:nvGrpSpPr>
        <ns0:cNvPr id="1" name=""/>
        <ns0:cNvGrpSpPr/>
        <ns0:nvPr/>
      </ns0:nvGrpSpPr>
      <ns0:grpSpPr>
        <ns1:xfrm/>
      </ns0:grpSpPr>
      <ns0:sp>
        <ns0:nvSpPr>
          <ns0:cNvPr id="21" name="Google Shape;21;p5">
            <ns1:extLst>
              <ns1:ext uri="{FF2B5EF4-FFF2-40B4-BE49-F238E27FC236}">
                <ns2:creationId id="{C965CB2D-89DD-4DE7-821C-2BAF43C0EA2E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445025"/>
            <ns1:ext cx="8520600" cy="5727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1pPr>
            <ns1:lvl2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2pPr>
            <ns1:lvl3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3pPr>
            <ns1:lvl4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4pPr>
            <ns1:lvl5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5pPr>
            <ns1:lvl6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6pPr>
            <ns1:lvl7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7pPr>
            <ns1:lvl8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8pPr>
            <ns1:lvl9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9pPr>
          </ns1:lstStyle>
          <ns1:p/>
        </ns0:txBody>
      </ns0:sp>
      <ns0:sp>
        <ns0:nvSpPr>
          <ns0:cNvPr id="22" name="Google Shape;22;p5">
            <ns1:extLst>
              <ns1:ext uri="{FF2B5EF4-FFF2-40B4-BE49-F238E27FC236}">
                <ns2:creationId id="{567F50B8-DE0C-4480-BDCF-CD4B1892BF12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1152475"/>
            <ns1:ext cx="3999900" cy="34164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 sz="1400"/>
            </ns1:lvl1pPr>
            <ns1:lvl2pPr marL="914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2pPr>
            <ns1:lvl3pPr marL="1371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3pPr>
            <ns1:lvl4pPr marL="1828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4pPr>
            <ns1:lvl5pPr marL="22860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5pPr>
            <ns1:lvl6pPr marL="27432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6pPr>
            <ns1:lvl7pPr marL="3200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7pPr>
            <ns1:lvl8pPr marL="3657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8pPr>
            <ns1:lvl9pPr marL="4114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9pPr>
          </ns1:lstStyle>
          <ns1:p/>
        </ns0:txBody>
      </ns0:sp>
      <ns0:sp>
        <ns0:nvSpPr>
          <ns0:cNvPr id="23" name="Google Shape;23;p5">
            <ns1:extLst>
              <ns1:ext uri="{FF2B5EF4-FFF2-40B4-BE49-F238E27FC236}">
                <ns2:creationId id="{BBD898DE-2C15-4F63-A4A7-614CD9347A92}"/>
              </ns1:ext>
            </ns1:extLst>
          </ns0:cNvPr>
          <ns0:cNvSpPr>
            <ns1:spLocks noGrp="1"/>
          </ns0:cNvSpPr>
          <ns0:nvPr>
            <ns0:ph type="body" idx="2"/>
          </ns0:nvPr>
        </ns0:nvSpPr>
        <ns0:spPr>
          <ns1:xfrm>
            <ns1:off x="4832400" y="1152475"/>
            <ns1:ext cx="3999900" cy="34164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 sz="1400"/>
            </ns1:lvl1pPr>
            <ns1:lvl2pPr marL="914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2pPr>
            <ns1:lvl3pPr marL="1371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3pPr>
            <ns1:lvl4pPr marL="1828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4pPr>
            <ns1:lvl5pPr marL="22860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5pPr>
            <ns1:lvl6pPr marL="27432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6pPr>
            <ns1:lvl7pPr marL="3200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7pPr>
            <ns1:lvl8pPr marL="3657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8pPr>
            <ns1:lvl9pPr marL="4114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9pPr>
          </ns1:lstStyle>
          <ns1:p/>
        </ns0:txBody>
      </ns0:sp>
      <ns0:sp>
        <ns0:nvSpPr>
          <ns0:cNvPr id="24" name="Google Shape;24;p5">
            <ns1:extLst>
              <ns1:ext uri="{FF2B5EF4-FFF2-40B4-BE49-F238E27FC236}">
                <ns2:creationId id="{FAE4363C-5B70-4721-8819-488C29D98689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5.xml><?xml version="1.0" encoding="utf-8"?>
<ns0:sldLayout xmlns:ns0="http://schemas.openxmlformats.org/presentationml/2006/main" xmlns:ns1="http://schemas.openxmlformats.org/drawingml/2006/main" xmlns:ns2="http://schemas.microsoft.com/office/drawing/2014/main" matchingName="Title only" type="titleOnly">
  <ns0:cSld name="TITLE_ONLY">
    <ns0:spTree>
      <ns0:nvGrpSpPr>
        <ns0:cNvPr id="1" name=""/>
        <ns0:cNvGrpSpPr/>
        <ns0:nvPr/>
      </ns0:nvGrpSpPr>
      <ns0:grpSpPr>
        <ns1:xfrm/>
      </ns0:grpSpPr>
      <ns0:sp>
        <ns0:nvSpPr>
          <ns0:cNvPr id="26" name="Google Shape;26;p6">
            <ns1:extLst>
              <ns1:ext uri="{FF2B5EF4-FFF2-40B4-BE49-F238E27FC236}">
                <ns2:creationId id="{1D0F2B15-DC49-440B-AEE6-DA52F780B784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445025"/>
            <ns1:ext cx="8520600" cy="5727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1pPr>
            <ns1:lvl2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2pPr>
            <ns1:lvl3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3pPr>
            <ns1:lvl4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4pPr>
            <ns1:lvl5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5pPr>
            <ns1:lvl6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6pPr>
            <ns1:lvl7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7pPr>
            <ns1:lvl8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8pPr>
            <ns1:lvl9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9pPr>
          </ns1:lstStyle>
          <ns1:p/>
        </ns0:txBody>
      </ns0:sp>
      <ns0:sp>
        <ns0:nvSpPr>
          <ns0:cNvPr id="27" name="Google Shape;27;p6">
            <ns1:extLst>
              <ns1:ext uri="{FF2B5EF4-FFF2-40B4-BE49-F238E27FC236}">
                <ns2:creationId id="{DCBA2E7F-165B-4D26-9591-86FF0B33E281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6.xml><?xml version="1.0" encoding="utf-8"?>
<ns0:sldLayout xmlns:ns0="http://schemas.openxmlformats.org/presentationml/2006/main" xmlns:ns1="http://schemas.openxmlformats.org/drawingml/2006/main" xmlns:ns2="http://schemas.microsoft.com/office/drawing/2014/main" matchingName="One column text">
  <ns0:cSld name="ONE_COLUMN_TEXT">
    <ns0:spTree>
      <ns0:nvGrpSpPr>
        <ns0:cNvPr id="1" name=""/>
        <ns0:cNvGrpSpPr/>
        <ns0:nvPr/>
      </ns0:nvGrpSpPr>
      <ns0:grpSpPr>
        <ns1:xfrm/>
      </ns0:grpSpPr>
      <ns0:sp>
        <ns0:nvSpPr>
          <ns0:cNvPr id="29" name="Google Shape;29;p7">
            <ns1:extLst>
              <ns1:ext uri="{FF2B5EF4-FFF2-40B4-BE49-F238E27FC236}">
                <ns2:creationId id="{A66A8839-1812-4CD6-8AE8-B0810F672330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555600"/>
            <ns1:ext cx="2808000" cy="755700"/>
          </ns1:xfrm>
          <ns1:prstGeom prst="rect">
            <ns1:avLst/>
          </ns1:prstGeom>
        </ns0:spPr>
        <ns0:txBody>
          <ns1:bodyPr spcFirstLastPara="1" wrap="square" lIns="91425" tIns="91425" rIns="91425" bIns="91425" anchor="b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1pPr>
            <ns1:lvl2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2pPr>
            <ns1:lvl3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3pPr>
            <ns1:lvl4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4pPr>
            <ns1:lvl5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5pPr>
            <ns1:lvl6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6pPr>
            <ns1:lvl7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7pPr>
            <ns1:lvl8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8pPr>
            <ns1:lvl9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9pPr>
          </ns1:lstStyle>
          <ns1:p/>
        </ns0:txBody>
      </ns0:sp>
      <ns0:sp>
        <ns0:nvSpPr>
          <ns0:cNvPr id="30" name="Google Shape;30;p7">
            <ns1:extLst>
              <ns1:ext uri="{FF2B5EF4-FFF2-40B4-BE49-F238E27FC236}">
                <ns2:creationId id="{98693306-3158-40CD-9DC2-7A7C21185DD4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1389600"/>
            <ns1:ext cx="2808000" cy="31794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1pPr>
            <ns1:lvl2pPr marL="914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2pPr>
            <ns1:lvl3pPr marL="1371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3pPr>
            <ns1:lvl4pPr marL="1828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4pPr>
            <ns1:lvl5pPr marL="22860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5pPr>
            <ns1:lvl6pPr marL="27432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6pPr>
            <ns1:lvl7pPr marL="3200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7pPr>
            <ns1:lvl8pPr marL="3657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8pPr>
            <ns1:lvl9pPr marL="4114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9pPr>
          </ns1:lstStyle>
          <ns1:p/>
        </ns0:txBody>
      </ns0:sp>
      <ns0:sp>
        <ns0:nvSpPr>
          <ns0:cNvPr id="31" name="Google Shape;31;p7">
            <ns1:extLst>
              <ns1:ext uri="{FF2B5EF4-FFF2-40B4-BE49-F238E27FC236}">
                <ns2:creationId id="{42819456-C7BC-4E33-ACDB-49ADFC7FFF0B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7.xml><?xml version="1.0" encoding="utf-8"?>
<ns0:sldLayout xmlns:ns0="http://schemas.openxmlformats.org/presentationml/2006/main" xmlns:ns1="http://schemas.openxmlformats.org/drawingml/2006/main" xmlns:ns2="http://schemas.microsoft.com/office/drawing/2014/main" matchingName="Main point">
  <ns0:cSld name="MAIN_POINT">
    <ns0:spTree>
      <ns0:nvGrpSpPr>
        <ns0:cNvPr id="1" name=""/>
        <ns0:cNvGrpSpPr/>
        <ns0:nvPr/>
      </ns0:nvGrpSpPr>
      <ns0:grpSpPr>
        <ns1:xfrm/>
      </ns0:grpSpPr>
      <ns0:sp>
        <ns0:nvSpPr>
          <ns0:cNvPr id="33" name="Google Shape;33;p8">
            <ns1:extLst>
              <ns1:ext uri="{FF2B5EF4-FFF2-40B4-BE49-F238E27FC236}">
                <ns2:creationId id="{9AE4E70B-4ABA-460F-8167-403C7F7D7D9A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490250" y="450150"/>
            <ns1:ext cx="6367800" cy="40908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1pPr>
            <ns1:lvl2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2pPr>
            <ns1:lvl3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3pPr>
            <ns1:lvl4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4pPr>
            <ns1:lvl5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5pPr>
            <ns1:lvl6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6pPr>
            <ns1:lvl7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7pPr>
            <ns1:lvl8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8pPr>
            <ns1:lvl9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9pPr>
          </ns1:lstStyle>
          <ns1:p/>
        </ns0:txBody>
      </ns0:sp>
      <ns0:sp>
        <ns0:nvSpPr>
          <ns0:cNvPr id="34" name="Google Shape;34;p8">
            <ns1:extLst>
              <ns1:ext uri="{FF2B5EF4-FFF2-40B4-BE49-F238E27FC236}">
                <ns2:creationId id="{82EF22D9-7015-4155-8BB7-50F02ED9D740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8.xml><?xml version="1.0" encoding="utf-8"?>
<ns0:sldLayout xmlns:ns0="http://schemas.openxmlformats.org/presentationml/2006/main" xmlns:ns1="http://schemas.openxmlformats.org/drawingml/2006/main" xmlns:ns2="http://schemas.microsoft.com/office/drawing/2014/main" matchingName="Section title and description">
  <ns0:cSld name="SECTION_TITLE_AND_DESCRIPTION">
    <ns0:spTree>
      <ns0:nvGrpSpPr>
        <ns0:cNvPr id="1" name=""/>
        <ns0:cNvGrpSpPr/>
        <ns0:nvPr/>
      </ns0:nvGrpSpPr>
      <ns0:grpSpPr>
        <ns1:xfrm/>
      </ns0:grpSpPr>
      <ns0:sp>
        <ns0:nvSpPr>
          <ns0:cNvPr id="36" name="Google Shape;36;p9">
            <ns1:extLst>
              <ns1:ext uri="{FF2B5EF4-FFF2-40B4-BE49-F238E27FC236}">
                <ns2:creationId id="{B544F621-F10D-4155-94C6-2FF817F4680B}"/>
              </ns1:ext>
            </ns1:extLst>
          </ns0:cNvPr>
          <ns0:cNvSpPr>
            <ns1:spLocks noGrp="1"/>
          </ns0:cNvSpPr>
          <ns0:nvPr/>
        </ns0:nvSpPr>
        <ns0:spPr>
          <ns1:xfrm>
            <ns1:off x="4572000" y="-125"/>
            <ns1:ext cx="4572000" cy="5143500"/>
          </ns1:xfrm>
          <ns1:prstGeom prst="rect">
            <ns1:avLst/>
          </ns1:prstGeom>
          <ns1:solidFill>
            <ns1:schemeClr val="lt2"/>
          </ns1:solidFill>
          <ns1:ln>
            <ns1:noFill/>
          </ns1:ln>
        </ns0:spPr>
        <ns0:txBody>
          <ns1:bodyPr spcFirstLastPara="1" wrap="square" lIns="91425" tIns="91425" rIns="91425" bIns="91425" anchor="ctr">
            <ns1:noAutofit/>
          </ns1:bodyPr>
          <ns1:lstStyle/>
          <ns1:p>
            <ns1:pPr marL="0" lvl="0" indent="0" algn="l">
              <ns1:spcBef>
                <ns1:spcPts val="0"/>
              </ns1:spcBef>
              <ns1:spcAft>
                <ns1:spcPts val="0"/>
              </ns1:spcAft>
              <ns1:buNone/>
            </ns1:pPr>
            <ns1:r>
              <ns1:t/>
            </ns1:r>
            <ns1:endParaRPr/>
          </ns1:p>
        </ns0:txBody>
      </ns0:sp>
      <ns0:sp>
        <ns0:nvSpPr>
          <ns0:cNvPr id="37" name="Google Shape;37;p9">
            <ns1:extLst>
              <ns1:ext uri="{FF2B5EF4-FFF2-40B4-BE49-F238E27FC236}">
                <ns2:creationId id="{F71243F4-5BBE-4D63-A4A1-AD3CD5D21F01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265500" y="1233175"/>
            <ns1:ext cx="4045200" cy="1482300"/>
          </ns1:xfrm>
          <ns1:prstGeom prst="rect">
            <ns1:avLst/>
          </ns1:prstGeom>
        </ns0:spPr>
        <ns0:txBody>
          <ns1:bodyPr spcFirstLastPara="1" wrap="square" lIns="91425" tIns="91425" rIns="91425" bIns="91425" anchor="b">
            <ns1:normAutofit/>
          </ns1:bodyPr>
          <ns1:lstStyle>
            <ns1:lvl1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1pPr>
            <ns1:lvl2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2pPr>
            <ns1:lvl3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3pPr>
            <ns1:lvl4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4pPr>
            <ns1:lvl5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5pPr>
            <ns1:lvl6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6pPr>
            <ns1:lvl7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7pPr>
            <ns1:lvl8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8pPr>
            <ns1:lvl9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9pPr>
          </ns1:lstStyle>
          <ns1:p/>
        </ns0:txBody>
      </ns0:sp>
      <ns0:sp>
        <ns0:nvSpPr>
          <ns0:cNvPr id="38" name="Google Shape;38;p9">
            <ns1:extLst>
              <ns1:ext uri="{FF2B5EF4-FFF2-40B4-BE49-F238E27FC236}">
                <ns2:creationId id="{CEAED73E-03CD-44C1-90D5-274586FAF778}"/>
              </ns1:ext>
            </ns1:extLst>
          </ns0:cNvPr>
          <ns0:cNvSpPr>
            <ns1:spLocks noGrp="1"/>
          </ns0:cNvSpPr>
          <ns0:nvPr>
            <ns0:ph type="subTitle" idx="1"/>
          </ns0:nvPr>
        </ns0:nvSpPr>
        <ns0:spPr>
          <ns1:xfrm>
            <ns1:off x="265500" y="2803075"/>
            <ns1:ext cx="4045200" cy="12351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1pPr>
            <ns1:lvl2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2pPr>
            <ns1:lvl3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3pPr>
            <ns1:lvl4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4pPr>
            <ns1:lvl5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5pPr>
            <ns1:lvl6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6pPr>
            <ns1:lvl7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7pPr>
            <ns1:lvl8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8pPr>
            <ns1:lvl9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9pPr>
          </ns1:lstStyle>
          <ns1:p/>
        </ns0:txBody>
      </ns0:sp>
      <ns0:sp>
        <ns0:nvSpPr>
          <ns0:cNvPr id="39" name="Google Shape;39;p9">
            <ns1:extLst>
              <ns1:ext uri="{FF2B5EF4-FFF2-40B4-BE49-F238E27FC236}">
                <ns2:creationId id="{938ED2A3-E508-4F5F-87B5-917FA788EA5E}"/>
              </ns1:ext>
            </ns1:extLst>
          </ns0:cNvPr>
          <ns0:cNvSpPr>
            <ns1:spLocks noGrp="1"/>
          </ns0:cNvSpPr>
          <ns0:nvPr>
            <ns0:ph type="body" idx="2"/>
          </ns0:nvPr>
        </ns0:nvSpPr>
        <ns0:spPr>
          <ns1:xfrm>
            <ns1:off x="4939500" y="724075"/>
            <ns1:ext cx="3837000" cy="36951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 marL="457200" indent="-342900">
              <ns1:spcBef>
                <ns1:spcPts val="0"/>
              </ns1:spcBef>
              <ns1:spcAft>
                <ns1:spcPts val="0"/>
              </ns1:spcAft>
              <ns1:buSzPts val="1800"/>
              <ns1:buChar char="●"/>
              <ns1:defRPr/>
            </ns1:lvl1pPr>
            <ns1:lvl2pPr marL="9144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2pPr>
            <ns1:lvl3pPr marL="13716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3pPr>
            <ns1:lvl4pPr marL="18288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4pPr>
            <ns1:lvl5pPr marL="22860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5pPr>
            <ns1:lvl6pPr marL="27432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6pPr>
            <ns1:lvl7pPr marL="32004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7pPr>
            <ns1:lvl8pPr marL="36576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8pPr>
            <ns1:lvl9pPr marL="41148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9pPr>
          </ns1:lstStyle>
          <ns1:p/>
        </ns0:txBody>
      </ns0:sp>
      <ns0:sp>
        <ns0:nvSpPr>
          <ns0:cNvPr id="40" name="Google Shape;40;p9">
            <ns1:extLst>
              <ns1:ext uri="{FF2B5EF4-FFF2-40B4-BE49-F238E27FC236}">
                <ns2:creationId id="{EBE7132B-605D-494E-8978-A7B4BA84B371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9.xml><?xml version="1.0" encoding="utf-8"?>
<ns0:sldLayout xmlns:ns0="http://schemas.openxmlformats.org/presentationml/2006/main" xmlns:ns1="http://schemas.openxmlformats.org/drawingml/2006/main" xmlns:ns2="http://schemas.microsoft.com/office/drawing/2014/main" matchingName="Caption">
  <ns0:cSld name="CAPTION_ONLY">
    <ns0:spTree>
      <ns0:nvGrpSpPr>
        <ns0:cNvPr id="1" name=""/>
        <ns0:cNvGrpSpPr/>
        <ns0:nvPr/>
      </ns0:nvGrpSpPr>
      <ns0:grpSpPr>
        <ns1:xfrm/>
      </ns0:grpSpPr>
      <ns0:sp>
        <ns0:nvSpPr>
          <ns0:cNvPr id="42" name="Google Shape;42;p10">
            <ns1:extLst>
              <ns1:ext uri="{FF2B5EF4-FFF2-40B4-BE49-F238E27FC236}">
                <ns2:creationId id="{C7DB788A-8623-4A42-B09D-D5EE062011DB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4230575"/>
            <ns1:ext cx="5998800" cy="6051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 marL="457200" indent="-22860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1800"/>
              <ns1:buNone/>
              <ns1:defRPr/>
            </ns1:lvl1pPr>
          </ns1:lstStyle>
          <ns1:p/>
        </ns0:txBody>
      </ns0:sp>
      <ns0:sp>
        <ns0:nvSpPr>
          <ns0:cNvPr id="43" name="Google Shape;43;p10">
            <ns1:extLst>
              <ns1:ext uri="{FF2B5EF4-FFF2-40B4-BE49-F238E27FC236}">
                <ns2:creationId id="{405D0566-5FD2-4B83-9178-85113402DE2A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10.xml><?xml version="1.0" encoding="utf-8"?>
<ns0:sldLayout xmlns:ns0="http://schemas.openxmlformats.org/presentationml/2006/main" xmlns:ns1="http://schemas.openxmlformats.org/drawingml/2006/main" xmlns:ns2="http://schemas.microsoft.com/office/drawing/2014/main" matchingName="Big number">
  <ns0:cSld name="BIG_NUMBER">
    <ns0:spTree>
      <ns0:nvGrpSpPr>
        <ns0:cNvPr id="1" name=""/>
        <ns0:cNvGrpSpPr/>
        <ns0:nvPr/>
      </ns0:nvGrpSpPr>
      <ns0:grpSpPr>
        <ns1:xfrm/>
      </ns0:grpSpPr>
      <ns0:sp>
        <ns0:nvSpPr>
          <ns0:cNvPr id="45" name="Google Shape;45;p11">
            <ns1:extLst>
              <ns1:ext uri="{FF2B5EF4-FFF2-40B4-BE49-F238E27FC236}">
                <ns2:creationId id="{2B6C4C04-A14A-465C-B7CA-F3CF42812AE3}"/>
              </ns1:ext>
            </ns1:extLst>
          </ns0:cNvPr>
          <ns0:cNvSpPr>
            <ns1:spLocks noGrp="1"/>
          </ns0:cNvSpPr>
          <ns0:nvPr>
            <ns0:ph type="title" hasCustomPrompt="1"/>
          </ns0:nvPr>
        </ns0:nvSpPr>
        <ns0:spPr>
          <ns1:xfrm>
            <ns1:off x="311700" y="1106125"/>
            <ns1:ext cx="8520600" cy="1963500"/>
          </ns1:xfrm>
          <ns1:prstGeom prst="rect">
            <ns1:avLst/>
          </ns1:prstGeom>
        </ns0:spPr>
        <ns0:txBody>
          <ns1:bodyPr spcFirstLastPara="1" wrap="square" lIns="91425" tIns="91425" rIns="91425" bIns="91425" anchor="b">
            <ns1:normAutofit/>
          </ns1:bodyPr>
          <ns1:lstStyle>
            <ns1:lvl1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1pPr>
            <ns1:lvl2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2pPr>
            <ns1:lvl3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3pPr>
            <ns1:lvl4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4pPr>
            <ns1:lvl5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5pPr>
            <ns1:lvl6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6pPr>
            <ns1:lvl7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7pPr>
            <ns1:lvl8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8pPr>
            <ns1:lvl9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9pPr>
          </ns1:lstStyle>
          <ns1:p>
            <ns1:r>
              <ns1:t>xx%</ns1:t>
            </ns1:r>
          </ns1:p>
        </ns0:txBody>
      </ns0:sp>
      <ns0:sp>
        <ns0:nvSpPr>
          <ns0:cNvPr id="46" name="Google Shape;46;p11">
            <ns1:extLst>
              <ns1:ext uri="{FF2B5EF4-FFF2-40B4-BE49-F238E27FC236}">
                <ns2:creationId id="{9932507C-CA30-487C-A2E1-099704A9942E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3152225"/>
            <ns1:ext cx="8520600" cy="13008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42900" algn="ctr">
              <ns1:spcBef>
                <ns1:spcPts val="0"/>
              </ns1:spcBef>
              <ns1:spcAft>
                <ns1:spcPts val="0"/>
              </ns1:spcAft>
              <ns1:buSzPts val="1800"/>
              <ns1:buChar char="●"/>
              <ns1:defRPr/>
            </ns1:lvl1pPr>
            <ns1:lvl2pPr marL="9144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2pPr>
            <ns1:lvl3pPr marL="13716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3pPr>
            <ns1:lvl4pPr marL="18288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4pPr>
            <ns1:lvl5pPr marL="22860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5pPr>
            <ns1:lvl6pPr marL="27432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6pPr>
            <ns1:lvl7pPr marL="32004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7pPr>
            <ns1:lvl8pPr marL="36576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8pPr>
            <ns1:lvl9pPr marL="41148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9pPr>
          </ns1:lstStyle>
          <ns1:p/>
        </ns0:txBody>
      </ns0:sp>
      <ns0:sp>
        <ns0:nvSpPr>
          <ns0:cNvPr id="47" name="Google Shape;47;p11">
            <ns1:extLst>
              <ns1:ext uri="{FF2B5EF4-FFF2-40B4-BE49-F238E27FC236}">
                <ns2:creationId id="{D1F3EA68-6641-4D1E-8562-BA45928D7E7E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11.xml><?xml version="1.0" encoding="utf-8"?>
<ns0:sldLayout xmlns:ns0="http://schemas.openxmlformats.org/presentationml/2006/main" xmlns:ns1="http://schemas.openxmlformats.org/drawingml/2006/main" xmlns:ns2="http://schemas.microsoft.com/office/drawing/2014/main" matchingName="Blank" type="blank">
  <ns0:cSld name="BLANK">
    <ns0:spTree>
      <ns0:nvGrpSpPr>
        <ns0:cNvPr id="1" name=""/>
        <ns0:cNvGrpSpPr/>
        <ns0:nvPr/>
      </ns0:nvGrpSpPr>
      <ns0:grpSpPr>
        <ns1:xfrm/>
      </ns0:grpSpPr>
      <ns0:sp>
        <ns0:nvSpPr>
          <ns0:cNvPr id="49" name="Google Shape;49;p12">
            <ns1:extLst>
              <ns1:ext uri="{FF2B5EF4-FFF2-40B4-BE49-F238E27FC236}">
                <ns2:creationId id="{44FBA244-9E40-4B79-8F1E-0C43824A3C0F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5a3eaff6c543ba" /><Relationship Type="http://schemas.openxmlformats.org/officeDocument/2006/relationships/slideLayout" Target="/ppt/slideLayouts/slideLayout1.xml" Id="R764d130c423247a7" /><Relationship Type="http://schemas.openxmlformats.org/officeDocument/2006/relationships/slideLayout" Target="/ppt/slideLayouts/slideLayout2.xml" Id="Rd0238091be394480" /><Relationship Type="http://schemas.openxmlformats.org/officeDocument/2006/relationships/slideLayout" Target="/ppt/slideLayouts/slideLayout3.xml" Id="R238140957a1a4cbb" /><Relationship Type="http://schemas.openxmlformats.org/officeDocument/2006/relationships/slideLayout" Target="/ppt/slideLayouts/slideLayout4.xml" Id="R380d8c1873244368" /><Relationship Type="http://schemas.openxmlformats.org/officeDocument/2006/relationships/slideLayout" Target="/ppt/slideLayouts/slideLayout5.xml" Id="Rbcd2a6518f0f41eb" /><Relationship Type="http://schemas.openxmlformats.org/officeDocument/2006/relationships/slideLayout" Target="/ppt/slideLayouts/slideLayout6.xml" Id="R8f5b72747ffa4a9d" /><Relationship Type="http://schemas.openxmlformats.org/officeDocument/2006/relationships/slideLayout" Target="/ppt/slideLayouts/slideLayout7.xml" Id="Rd7c9bd2fa0954033" /><Relationship Type="http://schemas.openxmlformats.org/officeDocument/2006/relationships/slideLayout" Target="/ppt/slideLayouts/slideLayout8.xml" Id="R44451d071b0d44f5" /><Relationship Type="http://schemas.openxmlformats.org/officeDocument/2006/relationships/slideLayout" Target="/ppt/slideLayouts/slideLayout9.xml" Id="R735178b70d9a4811" /><Relationship Type="http://schemas.openxmlformats.org/officeDocument/2006/relationships/slideLayout" Target="/ppt/slideLayouts/slideLayout10.xml" Id="Rab5762998c6a49e2" /><Relationship Type="http://schemas.openxmlformats.org/officeDocument/2006/relationships/slideLayout" Target="/ppt/slideLayouts/slideLayout11.xml" Id="R524b6496bd7a46b7" /></Relationships>
</file>

<file path=ppt/slideMasters/slideMaster1.xml><?xml version="1.0" encoding="utf-8"?>
<ns0:sldMaster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>
  <ns0:cSld name="simple-light-2">
    <ns0:bg>
      <ns0:bgPr>
        <ns1:solidFill>
          <ns1:schemeClr val="lt1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6" name="Google Shape;6;p1">
            <ns1:extLst>
              <ns1:ext uri="{FF2B5EF4-FFF2-40B4-BE49-F238E27FC236}">
                <ns2:creationId id="{7B090736-CB00-4E88-8D44-D8DE515CBCEC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445025"/>
            <ns1:ext cx="8520600" cy="572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91425" rIns="91425" bIns="91425" anchor="t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1pPr>
            <ns1:lvl2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2pPr>
            <ns1:lvl3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3pPr>
            <ns1:lvl4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4pPr>
            <ns1:lvl5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5pPr>
            <ns1:lvl6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6pPr>
            <ns1:lvl7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7pPr>
            <ns1:lvl8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8pPr>
            <ns1:lvl9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9pPr>
          </ns1:lstStyle>
          <ns1:p/>
        </ns0:txBody>
      </ns0:sp>
      <ns0:sp>
        <ns0:nvSpPr>
          <ns0:cNvPr id="7" name="Google Shape;7;p1">
            <ns1:extLst>
              <ns1:ext uri="{FF2B5EF4-FFF2-40B4-BE49-F238E27FC236}">
                <ns2:creationId id="{19C77E1E-37FA-4EFF-B55E-7CDAA373F406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1152475"/>
            <ns1:ext cx="8520600" cy="34164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429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800"/>
              <ns1:buChar char="●"/>
              <ns1:defRPr sz="1800">
                <ns1:solidFill>
                  <ns1:schemeClr val="dk2"/>
                </ns1:solidFill>
              </ns1:defRPr>
            </ns1:lvl1pPr>
            <ns1:lvl2pPr marL="9144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○"/>
              <ns1:defRPr>
                <ns1:solidFill>
                  <ns1:schemeClr val="dk2"/>
                </ns1:solidFill>
              </ns1:defRPr>
            </ns1:lvl2pPr>
            <ns1:lvl3pPr marL="13716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■"/>
              <ns1:defRPr>
                <ns1:solidFill>
                  <ns1:schemeClr val="dk2"/>
                </ns1:solidFill>
              </ns1:defRPr>
            </ns1:lvl3pPr>
            <ns1:lvl4pPr marL="18288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●"/>
              <ns1:defRPr>
                <ns1:solidFill>
                  <ns1:schemeClr val="dk2"/>
                </ns1:solidFill>
              </ns1:defRPr>
            </ns1:lvl4pPr>
            <ns1:lvl5pPr marL="22860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○"/>
              <ns1:defRPr>
                <ns1:solidFill>
                  <ns1:schemeClr val="dk2"/>
                </ns1:solidFill>
              </ns1:defRPr>
            </ns1:lvl5pPr>
            <ns1:lvl6pPr marL="27432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■"/>
              <ns1:defRPr>
                <ns1:solidFill>
                  <ns1:schemeClr val="dk2"/>
                </ns1:solidFill>
              </ns1:defRPr>
            </ns1:lvl6pPr>
            <ns1:lvl7pPr marL="32004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●"/>
              <ns1:defRPr>
                <ns1:solidFill>
                  <ns1:schemeClr val="dk2"/>
                </ns1:solidFill>
              </ns1:defRPr>
            </ns1:lvl7pPr>
            <ns1:lvl8pPr marL="36576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○"/>
              <ns1:defRPr>
                <ns1:solidFill>
                  <ns1:schemeClr val="dk2"/>
                </ns1:solidFill>
              </ns1:defRPr>
            </ns1:lvl8pPr>
            <ns1:lvl9pPr marL="41148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■"/>
              <ns1:defRPr>
                <ns1:solidFill>
                  <ns1:schemeClr val="dk2"/>
                </ns1:solidFill>
              </ns1:defRPr>
            </ns1:lvl9pPr>
          </ns1:lstStyle>
          <ns1:p/>
        </ns0:txBody>
      </ns0:sp>
      <ns0:sp>
        <ns0:nvSpPr>
          <ns0:cNvPr id="8" name="Google Shape;8;p1">
            <ns1:extLst>
              <ns1:ext uri="{FF2B5EF4-FFF2-40B4-BE49-F238E27FC236}">
                <ns2:creationId id="{D18CC3FB-A549-43D6-98D7-B389A052CFA2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91425" rIns="91425" bIns="91425" anchor="ctr">
            <ns1:normAutofit/>
          </ns1:bodyPr>
          <ns1:lstStyle>
            <ns1:lvl1pPr algn="r">
              <ns1:buNone/>
              <ns1:defRPr sz="1000">
                <ns1:solidFill>
                  <ns1:schemeClr val="dk2"/>
                </ns1:solidFill>
              </ns1:defRPr>
            </ns1:lvl1pPr>
            <ns1:lvl2pPr algn="r">
              <ns1:buNone/>
              <ns1:defRPr sz="1000">
                <ns1:solidFill>
                  <ns1:schemeClr val="dk2"/>
                </ns1:solidFill>
              </ns1:defRPr>
            </ns1:lvl2pPr>
            <ns1:lvl3pPr algn="r">
              <ns1:buNone/>
              <ns1:defRPr sz="1000">
                <ns1:solidFill>
                  <ns1:schemeClr val="dk2"/>
                </ns1:solidFill>
              </ns1:defRPr>
            </ns1:lvl3pPr>
            <ns1:lvl4pPr algn="r">
              <ns1:buNone/>
              <ns1:defRPr sz="1000">
                <ns1:solidFill>
                  <ns1:schemeClr val="dk2"/>
                </ns1:solidFill>
              </ns1:defRPr>
            </ns1:lvl4pPr>
            <ns1:lvl5pPr algn="r">
              <ns1:buNone/>
              <ns1:defRPr sz="1000">
                <ns1:solidFill>
                  <ns1:schemeClr val="dk2"/>
                </ns1:solidFill>
              </ns1:defRPr>
            </ns1:lvl5pPr>
            <ns1:lvl6pPr algn="r">
              <ns1:buNone/>
              <ns1:defRPr sz="1000">
                <ns1:solidFill>
                  <ns1:schemeClr val="dk2"/>
                </ns1:solidFill>
              </ns1:defRPr>
            </ns1:lvl6pPr>
            <ns1:lvl7pPr algn="r">
              <ns1:buNone/>
              <ns1:defRPr sz="1000">
                <ns1:solidFill>
                  <ns1:schemeClr val="dk2"/>
                </ns1:solidFill>
              </ns1:defRPr>
            </ns1:lvl7pPr>
            <ns1:lvl8pPr algn="r">
              <ns1:buNone/>
              <ns1:defRPr sz="1000">
                <ns1:solidFill>
                  <ns1:schemeClr val="dk2"/>
                </ns1:solidFill>
              </ns1:defRPr>
            </ns1:lvl8pPr>
            <ns1:lvl9pPr algn="r">
              <ns1:buNone/>
              <ns1:defRPr sz="1000">
                <ns1:solidFill>
                  <ns1:schemeClr val="dk2"/>
                </ns1:solidFill>
              </ns1:defRPr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  <ns0:clrMap bg1="lt1" tx1="dk1" bg2="dk2" tx2="lt2" accent1="accent1" accent2="accent2" accent3="accent3" accent4="accent4" accent5="accent5" accent6="accent6" hlink="hlink" folHlink="folHlink"/>
  <ns0:sldLayoutIdLst>
    <ns0:sldLayoutId id="2147483649" ns3:id="R764d130c423247a7"/>
    <ns0:sldLayoutId id="2147483650" ns3:id="Rd0238091be394480"/>
    <ns0:sldLayoutId id="2147483651" ns3:id="R238140957a1a4cbb"/>
    <ns0:sldLayoutId id="2147483652" ns3:id="R380d8c1873244368"/>
    <ns0:sldLayoutId id="2147483653" ns3:id="Rbcd2a6518f0f41eb"/>
    <ns0:sldLayoutId id="2147483654" ns3:id="R8f5b72747ffa4a9d"/>
    <ns0:sldLayoutId id="2147483655" ns3:id="Rd7c9bd2fa0954033"/>
    <ns0:sldLayoutId id="2147483656" ns3:id="R44451d071b0d44f5"/>
    <ns0:sldLayoutId id="2147483657" ns3:id="R735178b70d9a4811"/>
    <ns0:sldLayoutId id="2147483658" ns3:id="Rab5762998c6a49e2"/>
    <ns0:sldLayoutId id="2147483659" ns3:id="R524b6496bd7a46b7"/>
  </ns0:sldLayoutIdLst>
  <ns0:hf sldNum="0" hdr="0" ftr="0" dt="0"/>
  <ns0:txStyles>
    <ns0:titleStyle>
      <ns1:lvl1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1pPr>
      <ns1:lvl2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2pPr>
      <ns1:lvl3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3pPr>
      <ns1:lvl4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4pPr>
      <ns1:lvl5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5pPr>
      <ns1:lvl6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6pPr>
      <ns1:lvl7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7pPr>
      <ns1:lvl8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8pPr>
      <ns1:lvl9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9pPr>
    </ns0:titleStyle>
    <ns0:bodyStyle>
      <ns1:lvl1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1pPr>
      <ns1:lvl2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2pPr>
      <ns1:lvl3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3pPr>
      <ns1:lvl4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4pPr>
      <ns1:lvl5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5pPr>
      <ns1:lvl6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6pPr>
      <ns1:lvl7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7pPr>
      <ns1:lvl8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8pPr>
      <ns1:lvl9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9pPr>
    </ns0:bodyStyle>
    <ns0:otherStyle>
      <ns1:lvl1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1pPr>
      <ns1:lvl2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2pPr>
      <ns1:lvl3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3pPr>
      <ns1:lvl4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4pPr>
      <ns1:lvl5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5pPr>
      <ns1:lvl6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6pPr>
      <ns1:lvl7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7pPr>
      <ns1:lvl8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8pPr>
      <ns1:lvl9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9pPr>
    </ns0:otherStyle>
  </ns0:txStyles>
</ns0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12472262ea4ec6" /><Relationship Type="http://schemas.openxmlformats.org/officeDocument/2006/relationships/image" Target="/ppt/media/image.png" Id="Rbbac0acec99345ee" /><Relationship Type="http://schemas.openxmlformats.org/officeDocument/2006/relationships/image" Target="/ppt/media/image2.png" Id="Reb726ae49da246b3" /><Relationship Type="http://schemas.openxmlformats.org/officeDocument/2006/relationships/notesSlide" Target="/ppt/notesSlides/notesSlide1.xml" Id="R96087ad5fe7b448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24031ac63c472d" /><Relationship Type="http://schemas.openxmlformats.org/officeDocument/2006/relationships/image" Target="/ppt/media/image2.png" Id="R90541c31d3f7482d" /><Relationship Type="http://schemas.openxmlformats.org/officeDocument/2006/relationships/image" Target="/ppt/media/image3.png" Id="R3ee03979693547ba" /><Relationship Type="http://schemas.openxmlformats.org/officeDocument/2006/relationships/notesSlide" Target="/ppt/notesSlides/notesSlide2.xml" Id="R88a51b3cf2ca4c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7df32da27e4e19" /><Relationship Type="http://schemas.openxmlformats.org/officeDocument/2006/relationships/image" Target="/ppt/media/image4.png" Id="R6a9e9a8b7d4f4138" /><Relationship Type="http://schemas.openxmlformats.org/officeDocument/2006/relationships/notesSlide" Target="/ppt/notesSlides/notesSlide3.xml" Id="R249978819ff44c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cae426780740d0" /><Relationship Type="http://schemas.openxmlformats.org/officeDocument/2006/relationships/image" Target="/ppt/media/image2.png" Id="R85ff6616338d4fa6" /><Relationship Type="http://schemas.openxmlformats.org/officeDocument/2006/relationships/image" Target="/ppt/media/image4.png" Id="R3e04b2e95b9b445b" /><Relationship Type="http://schemas.openxmlformats.org/officeDocument/2006/relationships/notesSlide" Target="/ppt/notesSlides/notesSlide4.xml" Id="R90fbdd8688d84a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de658c31e4e0c" /><Relationship Type="http://schemas.openxmlformats.org/officeDocument/2006/relationships/image" Target="/ppt/media/image2.png" Id="R15c8f56c53d7468c" /><Relationship Type="http://schemas.openxmlformats.org/officeDocument/2006/relationships/image" Target="/ppt/media/image4.png" Id="R8719f9e49ddc43c8" /><Relationship Type="http://schemas.openxmlformats.org/officeDocument/2006/relationships/notesSlide" Target="/ppt/notesSlides/notesSlide5.xml" Id="R7edf2da44c7448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8d4d6b5984a85" /><Relationship Type="http://schemas.openxmlformats.org/officeDocument/2006/relationships/image" Target="/ppt/media/image2.png" Id="R605e2b6ea6194f3a" /><Relationship Type="http://schemas.openxmlformats.org/officeDocument/2006/relationships/image" Target="/ppt/media/image4.png" Id="Rc78b2aabfd5048d2" /><Relationship Type="http://schemas.openxmlformats.org/officeDocument/2006/relationships/notesSlide" Target="/ppt/notesSlides/notesSlide6.xml" Id="R34baf21b4c3043d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546a5fbdfb42df" /><Relationship Type="http://schemas.openxmlformats.org/officeDocument/2006/relationships/image" Target="/ppt/media/image2.png" Id="Rbcede05339c3439c" /><Relationship Type="http://schemas.openxmlformats.org/officeDocument/2006/relationships/image" Target="/ppt/media/image4.png" Id="Rf2f71ac399b24427" /><Relationship Type="http://schemas.openxmlformats.org/officeDocument/2006/relationships/image" Target="/ppt/media/image.jpeg" Id="Rf96612a12c7847ae" /><Relationship Type="http://schemas.openxmlformats.org/officeDocument/2006/relationships/image" Target="/ppt/media/image2.jpeg" Id="R3343cd7421dd41f5" /><Relationship Type="http://schemas.openxmlformats.org/officeDocument/2006/relationships/notesSlide" Target="/ppt/notesSlides/notesSlide7.xml" Id="R2b10d0d380914b5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7a73af54604b7e" /><Relationship Type="http://schemas.openxmlformats.org/officeDocument/2006/relationships/image" Target="/ppt/media/image2.png" Id="Rba8d900277af4303" /><Relationship Type="http://schemas.openxmlformats.org/officeDocument/2006/relationships/image" Target="/ppt/media/image4.png" Id="R8e1fc54aa3654370" /><Relationship Type="http://schemas.openxmlformats.org/officeDocument/2006/relationships/notesSlide" Target="/ppt/notesSlides/notesSlide8.xml" Id="R6b416e07f76c4a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f3063c69af428b" /><Relationship Type="http://schemas.openxmlformats.org/officeDocument/2006/relationships/image" Target="/ppt/media/image2.png" Id="R98c1f27089a140f2" /><Relationship Type="http://schemas.openxmlformats.org/officeDocument/2006/relationships/image" Target="/ppt/media/image4.png" Id="R23ef03389e674fb3" /><Relationship Type="http://schemas.openxmlformats.org/officeDocument/2006/relationships/notesSlide" Target="/ppt/notesSlides/notesSlide9.xml" Id="Rf5287fb8587248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c51fc6b9374969" /><Relationship Type="http://schemas.openxmlformats.org/officeDocument/2006/relationships/image" Target="/ppt/media/image2.png" Id="Ree20234aa51a4f66" /><Relationship Type="http://schemas.openxmlformats.org/officeDocument/2006/relationships/image" Target="/ppt/media/image4.png" Id="R02e43fe303d74e1c" /><Relationship Type="http://schemas.openxmlformats.org/officeDocument/2006/relationships/notesSlide" Target="/ppt/notesSlides/notesSlide10.xml" Id="R7a1db737a7ff450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e4f567b2c248d8" /><Relationship Type="http://schemas.openxmlformats.org/officeDocument/2006/relationships/image" Target="/ppt/media/image2.png" Id="R3bf90c64f9b94bc1" /><Relationship Type="http://schemas.openxmlformats.org/officeDocument/2006/relationships/image" Target="/ppt/media/image4.png" Id="Rac0be61862654351" /><Relationship Type="http://schemas.openxmlformats.org/officeDocument/2006/relationships/image" Target="/ppt/media/image3.jpeg" Id="R7accf4a0b9db4767" /><Relationship Type="http://schemas.openxmlformats.org/officeDocument/2006/relationships/image" Target="/ppt/media/image4.jpeg" Id="Re2f1091c45e043a9" /><Relationship Type="http://schemas.openxmlformats.org/officeDocument/2006/relationships/notesSlide" Target="/ppt/notesSlides/notesSlide11.xml" Id="Re9ba3ef2eb8244c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732149ac5f4585" /><Relationship Type="http://schemas.openxmlformats.org/officeDocument/2006/relationships/image" Target="/ppt/media/image2.png" Id="R6b821053a94a47d5" /><Relationship Type="http://schemas.openxmlformats.org/officeDocument/2006/relationships/image" Target="/ppt/media/image4.png" Id="Rc6426f4f9e334017" /><Relationship Type="http://schemas.openxmlformats.org/officeDocument/2006/relationships/notesSlide" Target="/ppt/notesSlides/notesSlide12.xml" Id="Rb4f6c5489cb946a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f7192fa70e4c95" /><Relationship Type="http://schemas.openxmlformats.org/officeDocument/2006/relationships/image" Target="/ppt/media/image2.png" Id="Rfc08368bc5a549da" /><Relationship Type="http://schemas.openxmlformats.org/officeDocument/2006/relationships/image" Target="/ppt/media/image4.png" Id="Ra052684775df4970" /><Relationship Type="http://schemas.openxmlformats.org/officeDocument/2006/relationships/notesSlide" Target="/ppt/notesSlides/notesSlide13.xml" Id="R51f8192038f849e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dde818849f4561" /><Relationship Type="http://schemas.openxmlformats.org/officeDocument/2006/relationships/image" Target="/ppt/media/image2.png" Id="R67c08e88d3774afa" /><Relationship Type="http://schemas.openxmlformats.org/officeDocument/2006/relationships/image" Target="/ppt/media/image4.png" Id="Rd605c71e04c94e89" /><Relationship Type="http://schemas.openxmlformats.org/officeDocument/2006/relationships/hyperlink" Target="https://github.com/TheAverageGatsby13/project-irene" TargetMode="External" Id="R06e51a98672f4310" /><Relationship Type="http://schemas.openxmlformats.org/officeDocument/2006/relationships/hyperlink" Target="https://project-irene-fd39e.web.app" TargetMode="External" Id="Rb6eb9302238c499d" /><Relationship Type="http://schemas.openxmlformats.org/officeDocument/2006/relationships/notesSlide" Target="/ppt/notesSlides/notesSlide14.xml" Id="R35f3a735cd264ef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d64bcd0e3d40aa" /><Relationship Type="http://schemas.openxmlformats.org/officeDocument/2006/relationships/image" Target="/ppt/media/image2.png" Id="R6f2b3f7b8b644aa5" /><Relationship Type="http://schemas.openxmlformats.org/officeDocument/2006/relationships/image" Target="/ppt/media/image4.png" Id="R5ae660f811504c58" /><Relationship Type="http://schemas.openxmlformats.org/officeDocument/2006/relationships/notesSlide" Target="/ppt/notesSlides/notesSlide15.xml" Id="R7490823bdf1146a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1f5eeb6e34121" /><Relationship Type="http://schemas.openxmlformats.org/officeDocument/2006/relationships/image" Target="/ppt/media/image2.png" Id="R37f130caa1024ca7" /><Relationship Type="http://schemas.openxmlformats.org/officeDocument/2006/relationships/image" Target="/ppt/media/image5.png" Id="Rf8b75e6621c34fae" /><Relationship Type="http://schemas.openxmlformats.org/officeDocument/2006/relationships/notesSlide" Target="/ppt/notesSlides/notesSlide16.xml" Id="R3b9be2ee64ea493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13">
            <a:extLst xmlns:a="http://schemas.openxmlformats.org/drawingml/2006/main">
              <a:ext uri="{FF2B5EF4-FFF2-40B4-BE49-F238E27FC236}">
                <a16:creationId xmlns:a16="http://schemas.microsoft.com/office/drawing/2014/main" id="{1E4305B7-AF41-49EA-B5FA-4A0228AD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90" y="2902649"/>
            <a:ext cx="8760047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latin typeface="Google Sans Flex SemiBold"/>
                <a:ea typeface="Google Sans Flex SemiBold"/>
                <a:cs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</a:endParaRPr>
          </a:p>
        </p:txBody>
      </p:sp>
      <p:pic>
        <p:nvPicPr>
          <p:cNvPr id="61" name="Google Shape;55;p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ac0acec99345e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3"/>
            <a:ext cx="9144000" cy="27155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2" name="Google Shape;56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726ae49da246b3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8C6A491-EA5D-44A8-8BD4-8FC18BCE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3813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Team name: Model Citizens  |  Project: Irene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EC1E8FD-AC44-48B5-83B0-596E21113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752850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Team leader name: Debadrita Dutta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7889145-AB10-450E-8A1E-EF2A312F4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43375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Problem Statement: Make therapy or therapist-led support more affordable,</a:t>
            </a:r>
          </a:p>
          <a:p xmlns:a="http://schemas.openxmlformats.org/drawingml/2006/main">
            <a:pPr>
              <a:defRPr sz="15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with a private first step for people who find it hard to ask for help.</a:t>
            </a:r>
          </a:p>
        </p:txBody>
      </p:sp>
    </p:spTree>
    <p:extLst>
      <p:ext uri="{BB962C8B-B14F-4D97-AF65-F5344CB8AC3E}">
        <p14:creationId xmlns:p14="http://schemas.microsoft.com/office/powerpoint/2010/main" val="127996169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6" name="Google Shape;61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541c31d3f7482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2" name="Google Shape;62;p14">
            <a:extLst xmlns:a="http://schemas.openxmlformats.org/drawingml/2006/main">
              <a:ext uri="{FF2B5EF4-FFF2-40B4-BE49-F238E27FC236}">
                <a16:creationId xmlns:a16="http://schemas.microsoft.com/office/drawing/2014/main" id="{EA3FFFC6-7197-40D0-97E0-D6A7AAF9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>
            <a:extLst xmlns:a="http://schemas.openxmlformats.org/drawingml/2006/main">
              <a:ext uri="{FF2B5EF4-FFF2-40B4-BE49-F238E27FC236}">
                <a16:creationId xmlns:a16="http://schemas.microsoft.com/office/drawing/2014/main" id="{48173C7D-9D17-48F9-8266-1F05C09B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2475" y="1968750"/>
            <a:ext cx="3311400" cy="12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Note:</a:t>
            </a:r>
            <a: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 Please download this template to make your edits and submit the final version.</a:t>
            </a:r>
            <a:b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</a:br>
            <a:b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</a:br>
            <a: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69" name="Google Shape;64;p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e03979693547b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4203" y="1194675"/>
            <a:ext cx="3604250" cy="26217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  <a:effectLst xmlns:a="http://schemas.openxmlformats.org/drawingml/2006/main"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3386618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0" name="Google Shape;69;p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9e9a8b7d4f413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60DB28F2-9494-40FD-8130-C4EBB1E9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2E28CBB2-E9F8-4364-9E53-32E8EDB4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5833026-27BA-4516-9DD4-3557936F1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624C4A0-6CCF-41B4-A2BD-7348F113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03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CA3F115-EE99-480C-BAE7-462D4AEE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144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It began with a very personal hesitation.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3F0CA16-1650-4793-A937-4C110968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790700"/>
            <a:ext cx="8191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02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In college, I needed therapy. It was expensive.</a:t>
            </a:r>
          </a:p>
          <a:p xmlns:a="http://schemas.openxmlformats.org/drawingml/2006/main">
            <a:pPr>
              <a:defRPr sz="202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02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 did not want to tell my parents because I knew they would worry.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7BAF5AE-60E0-4E15-981E-6CC6EE0B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24150"/>
            <a:ext cx="819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FOUNDER EXPERIENCE · DEBADRITA DUTTA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6E87BDD-83A4-4A83-A9E5-B1D25401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1813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What if the cost could be shared, without having to begin in public?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050F6EA-2AA6-47A7-8952-63D5506C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619500"/>
            <a:ext cx="84201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Irene is a working platform for private intake and therapist-led groups. With consent,</a:t>
            </a:r>
          </a:p>
          <a:p xmlns:a="http://schemas.openxmlformats.org/drawingml/2006/main">
            <a:pPr>
              <a:def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Gemini helps organize a person’s story; the person confirms it, a professional reviews it,</a:t>
            </a:r>
          </a:p>
          <a:p xmlns:a="http://schemas.openxmlformats.org/drawingml/2006/main">
            <a:pPr>
              <a:def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compatible participants can choose a group with an upfront shared session fee.</a:t>
            </a:r>
          </a:p>
        </p:txBody>
      </p:sp>
    </p:spTree>
    <p:extLst>
      <p:ext uri="{BB962C8B-B14F-4D97-AF65-F5344CB8AC3E}">
        <p14:creationId xmlns:p14="http://schemas.microsoft.com/office/powerpoint/2010/main" val="19976817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0" name="Google Shape;7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ff6616338d4fa6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1" name="Google Shape;77;p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04b2e95b9b445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0038F0F3-CBC3-4304-AD0F-54F90BB4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C7A88D54-2F5F-4109-957F-AFCB8E95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943023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SemiBold"/>
                <a:ea typeface="Google Sans Flex SemiBold"/>
                <a:cs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</a:endParaRP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50276F9-A0FA-46E8-BD69-43D31C21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BEE04CC-05A6-4081-A9C9-B1C73025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04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4C6CF47-B387-48B9-983F-99E79306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2397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How is the idea different?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55554C7-8862-447D-BFBF-8BFCCAA56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666875"/>
            <a:ext cx="842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 private-to-group journey combines participant-confirmed AI summaries,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practical matching, professional decisions and a visible shared fee.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5F3116A-A103-44D9-9A9C-EC55020A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44792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How does it address the problem?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ED9F73F-5333-466B-8EE1-D6317605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90825"/>
            <a:ext cx="842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Sharing a session fee can reduce the amount each person pays. Private intake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lets someone explain their needs before deciding what to share in a group.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9352D72-46FE-4218-8108-133DD514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57187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USP: affordability, agency and human judgment together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ABD574F-14AA-4DF6-8C45-30A24648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14775"/>
            <a:ext cx="842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AI prepares information. A therapist decides suitability. The participant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chooses whether to join. The starting focus is college-age adults.</a:t>
            </a:r>
          </a:p>
        </p:txBody>
      </p:sp>
    </p:spTree>
    <p:extLst>
      <p:ext uri="{BB962C8B-B14F-4D97-AF65-F5344CB8AC3E}">
        <p14:creationId xmlns:p14="http://schemas.microsoft.com/office/powerpoint/2010/main" val="2968882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4" name="Google Shape;84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c8f56c53d7468c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5" name="Google Shape;85;p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9f9e49ddc43c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79C32C32-BE27-4032-94DA-E618EEBD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559E7C94-B134-4B0F-B93C-EA0D5DCD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795D5BD-67C0-4E98-9342-6DAFA4A8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C998B22-B7E2-4B0C-99B4-2CFF300A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05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6198FF3-6811-40B5-978A-9ECB979F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620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01  A private first step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EBF90C9-48D5-4E17-A58A-C7C69247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704975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Consent, personal preferences, budget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a story shared with the chosen therapist.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BE62B2C-63F9-41D2-A509-FA7408481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362075"/>
            <a:ext cx="3943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02  AI you can correct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7AEAB3C-EE1E-4F56-8A1F-842327731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704975"/>
            <a:ext cx="3943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Gemini drafts the intake summary.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The participant edits and confirms it.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9194DDE-1A25-4807-ACAA-56312EEC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4765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03  A practical group fit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E2A50E9-1B0C-4CC5-B617-FC00ED89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19400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Availability, language, age band, region,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sharing comfort and related goals.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F856F6F-05D9-429D-99BD-991F54A6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76500"/>
            <a:ext cx="3943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04  A human decision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6E87647-174B-4150-9F74-026F4427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19400"/>
            <a:ext cx="3943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Verified professional access, intake review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explicit approval before invitations.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350F94B-1176-4497-BB1F-5A8140BA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59092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05  A clear, shared fee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AE8C90A-A5FD-44E9-89F7-D19F4212C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33825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 exact quote before acceptance,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with the freedom to accept or decline.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3684A4B-BF53-491F-82BC-24332AF3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590925"/>
            <a:ext cx="3943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06  Control after joining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0006A60-D86B-4B3A-AF3F-A72DF406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933825"/>
            <a:ext cx="3943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Private preparation, calendar export,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intake data export or deletion.</a:t>
            </a:r>
          </a:p>
        </p:txBody>
      </p:sp>
    </p:spTree>
    <p:extLst>
      <p:ext uri="{BB962C8B-B14F-4D97-AF65-F5344CB8AC3E}">
        <p14:creationId xmlns:p14="http://schemas.microsoft.com/office/powerpoint/2010/main" val="131433181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13" name=""/>
          <p:cNvCxnSpPr>
            <a:stCxn xmlns:a="http://schemas.openxmlformats.org/drawingml/2006/main" id="106" idx="1"/>
            <a:endCxn xmlns:a="http://schemas.openxmlformats.org/drawingml/2006/main" id="107" idx="3"/>
          </p:cNvCxnSpPr>
          <p:nvPr/>
        </p:nvCxnSpPr>
        <p:spPr>
          <a:xfrm xmlns:a="http://schemas.openxmlformats.org/drawingml/2006/main" flipH="1">
            <a:off x="2800350" y="3214688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14" name=""/>
          <p:cNvCxnSpPr>
            <a:stCxn xmlns:a="http://schemas.openxmlformats.org/drawingml/2006/main" id="105" idx="1"/>
            <a:endCxn xmlns:a="http://schemas.openxmlformats.org/drawingml/2006/main" id="106" idx="3"/>
          </p:cNvCxnSpPr>
          <p:nvPr/>
        </p:nvCxnSpPr>
        <p:spPr>
          <a:xfrm xmlns:a="http://schemas.openxmlformats.org/drawingml/2006/main" flipH="1">
            <a:off x="5791200" y="3214688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15" name=""/>
          <p:cNvCxnSpPr>
            <a:stCxn xmlns:a="http://schemas.openxmlformats.org/drawingml/2006/main" id="102" idx="2"/>
            <a:endCxn xmlns:a="http://schemas.openxmlformats.org/drawingml/2006/main" id="105" idx="0"/>
          </p:cNvCxnSpPr>
          <p:nvPr/>
        </p:nvCxnSpPr>
        <p:spPr>
          <a:xfrm xmlns:a="http://schemas.openxmlformats.org/drawingml/2006/main">
            <a:off x="7562850" y="2238375"/>
            <a:ext cx="0" cy="6286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16" name=""/>
          <p:cNvCxnSpPr>
            <a:stCxn xmlns:a="http://schemas.openxmlformats.org/drawingml/2006/main" id="101" idx="3"/>
            <a:endCxn xmlns:a="http://schemas.openxmlformats.org/drawingml/2006/main" id="102" idx="1"/>
          </p:cNvCxnSpPr>
          <p:nvPr/>
        </p:nvCxnSpPr>
        <p:spPr>
          <a:xfrm xmlns:a="http://schemas.openxmlformats.org/drawingml/2006/main">
            <a:off x="5791200" y="1890713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17" name=""/>
          <p:cNvCxnSpPr>
            <a:stCxn xmlns:a="http://schemas.openxmlformats.org/drawingml/2006/main" id="100" idx="3"/>
            <a:endCxn xmlns:a="http://schemas.openxmlformats.org/drawingml/2006/main" id="101" idx="1"/>
          </p:cNvCxnSpPr>
          <p:nvPr/>
        </p:nvCxnSpPr>
        <p:spPr>
          <a:xfrm xmlns:a="http://schemas.openxmlformats.org/drawingml/2006/main">
            <a:off x="2800350" y="1890713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pic>
        <p:nvPicPr>
          <p:cNvPr id="118" name="Google Shape;92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5e2b6ea6194f3a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9" name="Google Shape;93;p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8b2aabfd5048d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4" name="Google Shape;94;p18">
            <a:extLst xmlns:a="http://schemas.openxmlformats.org/drawingml/2006/main">
              <a:ext uri="{FF2B5EF4-FFF2-40B4-BE49-F238E27FC236}">
                <a16:creationId xmlns:a16="http://schemas.microsoft.com/office/drawing/2014/main" id="{8B912238-0EE2-42E6-A8BC-ABDE9184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>
            <a:extLst xmlns:a="http://schemas.openxmlformats.org/drawingml/2006/main">
              <a:ext uri="{FF2B5EF4-FFF2-40B4-BE49-F238E27FC236}">
                <a16:creationId xmlns:a16="http://schemas.microsoft.com/office/drawing/2014/main" id="{0A18A3D2-A1DD-4DE7-A56E-3A3709984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A403AA3-22A2-459E-B0B0-AF39F8F3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AB5F636-6C87-42E3-9039-41EBFCFC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06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E25438F-7767-41B9-B780-4952B29E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543050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1  Private intake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Preferences + consent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2E07CE8-1BAC-4FF8-8B3F-673076462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543050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2  Gemini draft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Participant corrects + confirms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7DFB944-F7AE-482C-A3DF-E49A4788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3  Professional review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Individual suitability decision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7EC352FD-00A2-40EF-8A43-B792CB75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67025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4  Suggest a circle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Hard filters + goal similarity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51339D7-EC6D-46B1-A9D9-590E8283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867025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5  Therapist approves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Time, group and exact fee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B5EF1D9E-644D-4FC4-9177-6FC462C47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67025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6  Participant chooses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Accept / decline + preparation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D68B40DC-6347-4C23-A371-92ED063F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43350"/>
            <a:ext cx="8420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High or uncertain review signals → excluded from routine matching for individual review.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3C291F11-F624-4DDF-9322-82C6487D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410075"/>
            <a:ext cx="842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AI supports preparation; it does not diagnose, deliver therapy or make the final placement.</a:t>
            </a:r>
          </a:p>
        </p:txBody>
      </p:sp>
    </p:spTree>
    <p:extLst>
      <p:ext uri="{BB962C8B-B14F-4D97-AF65-F5344CB8AC3E}">
        <p14:creationId xmlns:p14="http://schemas.microsoft.com/office/powerpoint/2010/main" val="106059641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3" name="Google Shape;100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cede05339c3439c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4" name="Google Shape;101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f71ac399b2442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2" name="Google Shape;102;p19">
            <a:extLst xmlns:a="http://schemas.openxmlformats.org/drawingml/2006/main">
              <a:ext uri="{FF2B5EF4-FFF2-40B4-BE49-F238E27FC236}">
                <a16:creationId xmlns:a16="http://schemas.microsoft.com/office/drawing/2014/main" id="{31AED720-3DB3-4D0C-9DCC-9289DF05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>
            <a:extLst xmlns:a="http://schemas.openxmlformats.org/drawingml/2006/main">
              <a:ext uri="{FF2B5EF4-FFF2-40B4-BE49-F238E27FC236}">
                <a16:creationId xmlns:a16="http://schemas.microsoft.com/office/drawing/2014/main" id="{CF716416-75A1-4DAC-A4B4-E77904E7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EAE20E0-4461-4611-A0FC-7EC61E5D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D3EF7752-2ABB-4BAC-BE51-413DD1FD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07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E948FA09-B7FE-47F2-A496-77BBC9CD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228725"/>
            <a:ext cx="842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Built interface: a calm first step, with control over what happens next.</a:t>
            </a:r>
          </a:p>
        </p:txBody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6612a12c7847ae"/>
          <a:srcRect xmlns:a="http://schemas.openxmlformats.org/drawingml/2006/main" l="25000" t="17000" r="2500" b="0"/>
          <a:stretch xmlns:a="http://schemas.openxmlformats.org/drawingml/2006/main"/>
        </p:blipFill>
        <p:spPr>
          <a:xfrm xmlns:a="http://schemas.openxmlformats.org/drawingml/2006/main">
            <a:off x="1058921" y="1638300"/>
            <a:ext cx="2644657" cy="2600325"/>
          </a:xfrm>
          <a:prstGeom xmlns:a="http://schemas.openxmlformats.org/drawingml/2006/main" prst="rect">
            <a:avLst/>
          </a:prstGeom>
        </p:spPr>
      </p:pic>
      <p:pic>
        <p:nvPicPr>
          <p:cNvPr id="1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43cd7421dd41f5"/>
          <a:srcRect xmlns:a="http://schemas.openxmlformats.org/drawingml/2006/main" l="25000" t="7000" r="2500" b="1500"/>
          <a:stretch xmlns:a="http://schemas.openxmlformats.org/drawingml/2006/main"/>
        </p:blipFill>
        <p:spPr>
          <a:xfrm xmlns:a="http://schemas.openxmlformats.org/drawingml/2006/main">
            <a:off x="5553500" y="1638300"/>
            <a:ext cx="2399451" cy="2600325"/>
          </a:xfrm>
          <a:prstGeom xmlns:a="http://schemas.openxmlformats.org/drawingml/2006/main" prst="rect">
            <a:avLst/>
          </a:prstGeom>
        </p:spPr>
      </p:pic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7626854-ABB1-4696-82D6-695F3943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324350"/>
            <a:ext cx="4038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Preferences before disclosure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A8ED03D2-9FE1-458C-B5B6-852E777C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24350"/>
            <a:ext cx="4057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 editable summary before sharing</a:t>
            </a:r>
          </a:p>
        </p:txBody>
      </p:sp>
    </p:spTree>
    <p:extLst>
      <p:ext uri="{BB962C8B-B14F-4D97-AF65-F5344CB8AC3E}">
        <p14:creationId xmlns:p14="http://schemas.microsoft.com/office/powerpoint/2010/main" val="108474531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7" name=""/>
          <p:cNvCxnSpPr>
            <a:stCxn xmlns:a="http://schemas.openxmlformats.org/drawingml/2006/main" id="122" idx="0"/>
            <a:endCxn xmlns:a="http://schemas.openxmlformats.org/drawingml/2006/main" id="117" idx="2"/>
          </p:cNvCxnSpPr>
          <p:nvPr/>
        </p:nvCxnSpPr>
        <p:spPr>
          <a:xfrm xmlns:a="http://schemas.openxmlformats.org/drawingml/2006/main" flipV="1">
            <a:off x="4591050" y="2438400"/>
            <a:ext cx="0" cy="4857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28" name=""/>
          <p:cNvCxnSpPr>
            <a:stCxn xmlns:a="http://schemas.openxmlformats.org/drawingml/2006/main" id="117" idx="3"/>
            <a:endCxn xmlns:a="http://schemas.openxmlformats.org/drawingml/2006/main" id="121" idx="1"/>
          </p:cNvCxnSpPr>
          <p:nvPr/>
        </p:nvCxnSpPr>
        <p:spPr>
          <a:xfrm xmlns:a="http://schemas.openxmlformats.org/drawingml/2006/main">
            <a:off x="5829300" y="1952625"/>
            <a:ext cx="742950" cy="141922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29" name=""/>
          <p:cNvCxnSpPr>
            <a:stCxn xmlns:a="http://schemas.openxmlformats.org/drawingml/2006/main" id="117" idx="3"/>
            <a:endCxn xmlns:a="http://schemas.openxmlformats.org/drawingml/2006/main" id="118" idx="1"/>
          </p:cNvCxnSpPr>
          <p:nvPr/>
        </p:nvCxnSpPr>
        <p:spPr>
          <a:xfrm xmlns:a="http://schemas.openxmlformats.org/drawingml/2006/main" flipV="1">
            <a:off x="5829300" y="1838325"/>
            <a:ext cx="74295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30" name=""/>
          <p:cNvCxnSpPr>
            <a:stCxn xmlns:a="http://schemas.openxmlformats.org/drawingml/2006/main" id="116" idx="3"/>
            <a:endCxn xmlns:a="http://schemas.openxmlformats.org/drawingml/2006/main" id="117" idx="1"/>
          </p:cNvCxnSpPr>
          <p:nvPr/>
        </p:nvCxnSpPr>
        <p:spPr>
          <a:xfrm xmlns:a="http://schemas.openxmlformats.org/drawingml/2006/main">
            <a:off x="2609850" y="1952625"/>
            <a:ext cx="7429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pic>
        <p:nvPicPr>
          <p:cNvPr id="131" name="Google Shape;108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a8d900277af4303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2" name="Google Shape;109;p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1fc54aa365437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0" name="Google Shape;110;p20">
            <a:extLst xmlns:a="http://schemas.openxmlformats.org/drawingml/2006/main">
              <a:ext uri="{FF2B5EF4-FFF2-40B4-BE49-F238E27FC236}">
                <a16:creationId xmlns:a16="http://schemas.microsoft.com/office/drawing/2014/main" id="{1A0889B1-C077-46BB-BCDA-C55A3811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>
            <a:extLst xmlns:a="http://schemas.openxmlformats.org/drawingml/2006/main">
              <a:ext uri="{FF2B5EF4-FFF2-40B4-BE49-F238E27FC236}">
                <a16:creationId xmlns:a16="http://schemas.microsoft.com/office/drawing/2014/main" id="{488D970E-4EF7-4AFF-A5D9-CBC8BA3A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801A859-61BC-4FE1-AB45-6051EC80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AFE3C132-C457-4B41-A440-8DFB75ED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08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7F39736-0215-4658-BED6-58A89B14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562100"/>
            <a:ext cx="2247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Firebase Hosting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React / Vite web app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99FC336-0A04-4CE5-B4FB-C320B1B3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466850"/>
            <a:ext cx="2476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Cloud Run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Java / Spring Boot API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JWT + role / ownership checks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70496751-336E-4A8C-80DE-2362C7C1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62075"/>
            <a:ext cx="22098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Gemini API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Intake + preparation drafts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Embeddings for similarity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0CF6C88E-1E8B-4382-94E3-E77F8EE6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24175"/>
            <a:ext cx="22098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Supabase PostgreSQL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Restricted application role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Certificate-verified TLS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7770874-D246-4A50-A36B-5CAFC39D2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924175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Secret Manager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Runtime secrets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Restricted service identity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CC05C26F-236D-402F-B842-BF14E40BA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71950"/>
            <a:ext cx="842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Cloud Build + Artifact Registry → tested backend container → Cloud Run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6AF77467-4416-4A28-8DC7-5B1CAA0A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486275"/>
            <a:ext cx="842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1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Firestore is not used. PostgreSQL is the system of record for the current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33866747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5" name="Google Shape;116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c1f27089a140f2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6" name="Google Shape;117;p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f03389e674fb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1">
            <a:extLst xmlns:a="http://schemas.openxmlformats.org/drawingml/2006/main">
              <a:ext uri="{FF2B5EF4-FFF2-40B4-BE49-F238E27FC236}">
                <a16:creationId xmlns:a16="http://schemas.microsoft.com/office/drawing/2014/main" id="{C825235A-7B85-479C-A1D5-50A120B9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>
            <a:extLst xmlns:a="http://schemas.openxmlformats.org/drawingml/2006/main">
              <a:ext uri="{FF2B5EF4-FFF2-40B4-BE49-F238E27FC236}">
                <a16:creationId xmlns:a16="http://schemas.microsoft.com/office/drawing/2014/main" id="{3EC0C01A-C91C-40AA-BE54-6293DA894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2D8121EA-F3C8-4E60-8A5F-9263AD54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FBF6EE8-CA72-4DF3-B9C9-779FB8AF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09</a:t>
            </a:r>
          </a:p>
        </p:txBody>
      </p:sp>
      <p:graphicFrame>
        <p:nvGraphicFramePr>
          <p:cNvPr id="131" name=""/>
          <p:cNvGraphicFramePr/>
          <p:nvPr/>
        </p:nvGraphicFramePr>
        <p:xfrm>
          <a:off xmlns:a="http://schemas.openxmlformats.org/drawingml/2006/main" x="361950" y="1323975"/>
          <a:ext xmlns:a="http://schemas.openxmlformats.org/drawingml/2006/main" cx="8420100" cy="3314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43150"/>
                <a:gridCol w="5029200"/>
                <a:gridCol w="1047750"/>
              </a:tblGrid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Technology</a:t>
                      </a:r>
                    </a:p>
                  </a:txBody>
                  <a:tcPr marL="91440" marR="91440" marT="45720" marB="45720" anchor="ctr">
                    <a:solidFill>
                      <a:srgbClr val="A9422A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How Irene uses it</a:t>
                      </a:r>
                    </a:p>
                  </a:txBody>
                  <a:tcPr marL="91440" marR="91440" marT="45720" marB="45720" anchor="ctr">
                    <a:solidFill>
                      <a:srgbClr val="A9422A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Status</a:t>
                      </a:r>
                    </a:p>
                  </a:txBody>
                  <a:tcPr marL="91440" marR="91440" marT="45720" marB="45720" anchor="ctr">
                    <a:solidFill>
                      <a:srgbClr val="A9422A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Firebase Hosting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HTTPS delivery of the React / Vite web app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Live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Cloud Run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Spring Boot workflow, access checks and matching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Live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Gemini API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Draft summaries, facilitator preparation, embeddings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Live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Secret Manager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Database, JWT and Gemini secrets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Live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Cloud Build / Artifact Registry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Build, test and store the backend container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Used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Google Stitch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UI exploration and coral interface refinement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Used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Supabase PostgreSQL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Intakes, programs, circles and invitations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Live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Firestore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Not integrated; PostgreSQL stores application data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Not used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033597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9" name="Google Shape;124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20234aa51a4f66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0" name="Google Shape;125;p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e43fe303d74e1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6" name="Google Shape;126;p22">
            <a:extLst xmlns:a="http://schemas.openxmlformats.org/drawingml/2006/main">
              <a:ext uri="{FF2B5EF4-FFF2-40B4-BE49-F238E27FC236}">
                <a16:creationId xmlns:a16="http://schemas.microsoft.com/office/drawing/2014/main" id="{785A6655-4CD9-4C85-89B1-717ECC33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>
            <a:extLst xmlns:a="http://schemas.openxmlformats.org/drawingml/2006/main">
              <a:ext uri="{FF2B5EF4-FFF2-40B4-BE49-F238E27FC236}">
                <a16:creationId xmlns:a16="http://schemas.microsoft.com/office/drawing/2014/main" id="{3E07F4E7-8C5D-4C88-99B2-A0ADB8B5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1F08577-D8FE-41A4-8164-05D9DA54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EA3AD3D-41A0-493B-8FB7-39C28C1CC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0AACF162-7A7B-4AF8-A7F9-659B1E9F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4302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Light-use deployment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E7B9DCA5-0ECD-41CE-8818-0ECD1241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685925"/>
            <a:ext cx="8420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Target: ₹0 while usage fits free allowances and trial credit.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Firebase Spark + Supabase Free; Google backend on trial.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Actual charges depend on usage; zero cost is not guaranteed.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B65A35C0-52B9-4F30-B216-1A2BD28E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638425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Shared-session illustration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99B2D664-5BC9-4437-9D3F-8AC6FE15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981325"/>
            <a:ext cx="4191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₹2,400 total ÷ 4 participants = ₹600 per person.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The same total ÷ 6 = ₹400 per person.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Illustrative arithmetic; not market pricing or a clinical comparison.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FD1A723B-946E-403E-B062-8813098E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638425"/>
            <a:ext cx="3857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Operating model to validate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DE234B3A-E29F-49B6-B269-854C1618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981325"/>
            <a:ext cx="38576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 transparent coordination fee could fund operations.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Screening, preparation, unfilled seats and support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must be costed before setting real prices.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D7E57C4A-2006-4632-91CB-829B2A8F5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333875"/>
            <a:ext cx="8420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Cost controls: Cloud Run min 0 / max 2; ₹500 monthly budget alert. Alerts are not caps.</a:t>
            </a:r>
          </a:p>
        </p:txBody>
      </p:sp>
    </p:spTree>
    <p:extLst>
      <p:ext uri="{BB962C8B-B14F-4D97-AF65-F5344CB8AC3E}">
        <p14:creationId xmlns:p14="http://schemas.microsoft.com/office/powerpoint/2010/main" val="200651367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5" name="Google Shape;132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bf90c64f9b94bc1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6" name="Google Shape;133;p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0be6186265435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4" name="Google Shape;134;p23">
            <a:extLst xmlns:a="http://schemas.openxmlformats.org/drawingml/2006/main">
              <a:ext uri="{FF2B5EF4-FFF2-40B4-BE49-F238E27FC236}">
                <a16:creationId xmlns:a16="http://schemas.microsoft.com/office/drawing/2014/main" id="{C5B9C1C6-A9F5-4069-B13C-EC7F02D6A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>
            <a:extLst xmlns:a="http://schemas.openxmlformats.org/drawingml/2006/main">
              <a:ext uri="{FF2B5EF4-FFF2-40B4-BE49-F238E27FC236}">
                <a16:creationId xmlns:a16="http://schemas.microsoft.com/office/drawing/2014/main" id="{93903FD4-B5CD-4BD1-9C65-94B091A3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0F142F07-7844-4645-8EA9-575038F0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055E3AD0-B77C-448F-8A3B-13EF8166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11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3842AF43-A9E8-4279-854A-C495F4CB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228725"/>
            <a:ext cx="842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A human reviews the fit. The participant makes the final choice.</a:t>
            </a:r>
          </a:p>
        </p:txBody>
      </p:sp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cf4a0b9db4767"/>
          <a:srcRect xmlns:a="http://schemas.openxmlformats.org/drawingml/2006/main" l="25000" t="8000" r="2500" b="6000"/>
          <a:stretch xmlns:a="http://schemas.openxmlformats.org/drawingml/2006/main"/>
        </p:blipFill>
        <p:spPr>
          <a:xfrm xmlns:a="http://schemas.openxmlformats.org/drawingml/2006/main">
            <a:off x="1072068" y="1638300"/>
            <a:ext cx="2618363" cy="2667000"/>
          </a:xfrm>
          <a:prstGeom xmlns:a="http://schemas.openxmlformats.org/drawingml/2006/main" prst="rect">
            <a:avLst/>
          </a:prstGeom>
        </p:spPr>
      </p:pic>
      <p:pic>
        <p:nvPicPr>
          <p:cNvPr id="1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f1091c45e043a9"/>
          <a:srcRect xmlns:a="http://schemas.openxmlformats.org/drawingml/2006/main" l="25000" t="17000" r="2500" b="1500"/>
          <a:stretch xmlns:a="http://schemas.openxmlformats.org/drawingml/2006/main"/>
        </p:blipFill>
        <p:spPr>
          <a:xfrm xmlns:a="http://schemas.openxmlformats.org/drawingml/2006/main">
            <a:off x="5371757" y="1638300"/>
            <a:ext cx="2762935" cy="2667000"/>
          </a:xfrm>
          <a:prstGeom xmlns:a="http://schemas.openxmlformats.org/drawingml/2006/main" prst="rect">
            <a:avLst/>
          </a:prstGeom>
        </p:spPr>
      </p:pic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ACAD9A2B-C971-4006-B4C8-A779468F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391025"/>
            <a:ext cx="4038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Therapist review of a confirmed intake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42BB1B42-E5A6-4510-AB7C-C68B34E1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91025"/>
            <a:ext cx="4057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 ₹500 quote with accept / decline</a:t>
            </a:r>
          </a:p>
        </p:txBody>
      </p:sp>
    </p:spTree>
    <p:extLst>
      <p:ext uri="{BB962C8B-B14F-4D97-AF65-F5344CB8AC3E}">
        <p14:creationId xmlns:p14="http://schemas.microsoft.com/office/powerpoint/2010/main" val="5016016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8" name="Google Shape;140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b821053a94a47d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9" name="Google Shape;141;p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426f4f9e33401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24">
            <a:extLst xmlns:a="http://schemas.openxmlformats.org/drawingml/2006/main">
              <a:ext uri="{FF2B5EF4-FFF2-40B4-BE49-F238E27FC236}">
                <a16:creationId xmlns:a16="http://schemas.microsoft.com/office/drawing/2014/main" id="{59E99845-A867-4D3A-8C80-2DC59ADE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>
            <a:extLst xmlns:a="http://schemas.openxmlformats.org/drawingml/2006/main">
              <a:ext uri="{FF2B5EF4-FFF2-40B4-BE49-F238E27FC236}">
                <a16:creationId xmlns:a16="http://schemas.microsoft.com/office/drawing/2014/main" id="{D0FBD72D-3ADD-45A4-AF31-0D04CB40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FED499BA-BB6C-430D-9291-3DFD8EDA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F1562C9C-272F-4EE9-873B-1DB7990A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12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02942EA8-0A46-4BE8-9647-BC6AA22E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52550"/>
            <a:ext cx="257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30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2E7ADB7D-B238-4ABF-AE51-752CDD87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24790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Backend tests passed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4387C573-B0F4-4A7C-9BFA-7371B7C7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352550"/>
            <a:ext cx="257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6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6373B6F9-436A-4867-A5EB-2DF56DD45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24790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Frontend routing tests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AB6EE139-697E-49FD-8242-779BF931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352550"/>
            <a:ext cx="257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35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33ABD7B7-F835-4AC7-A43B-E6B9E08B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4790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Live workflow checks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4D8BAA51-B280-4135-9090-9284B8BB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6702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What was verified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456EA16B-E886-47D0-B9DF-D59B6749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09925"/>
            <a:ext cx="842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Fictional intake → real Gemini generation / embeddings → therapist review →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matching → group approval → fixed quote → acceptance → cancellation / deletion.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C7484484-FFD4-40DD-9B6A-0BF3B9FD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10000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What this evidence does not establish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45F58347-9F51-4ACB-A699-9BE4F0C9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52900"/>
            <a:ext cx="84201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Clinical suitability, crisis-detection accuracy, real-user outcomes or high-load performance.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The next evaluation should measure affordability, access and participant control.</a:t>
            </a:r>
          </a:p>
        </p:txBody>
      </p:sp>
    </p:spTree>
    <p:extLst>
      <p:ext uri="{BB962C8B-B14F-4D97-AF65-F5344CB8AC3E}">
        <p14:creationId xmlns:p14="http://schemas.microsoft.com/office/powerpoint/2010/main" val="198048128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2" name="Google Shape;148;p2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08368bc5a549da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63" name="Google Shape;149;p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52684775df497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51AB4E31-7BDB-4161-B2DC-F9431EA0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C9E61FA5-3CFF-4849-9720-B61F185C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6FC25FE1-3479-44CF-8DCD-9D50D9FD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FECBD599-ED87-4D44-94D5-2DE5064B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13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ECC0A3AB-BCCE-4B01-8D88-6F013CBF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2397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Next: establish safe, appropriate group criteria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DDDEEB53-49FB-4F46-B70D-57D205B0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666875"/>
            <a:ext cx="8420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Work with qualified clinicians on suitability, consent, escalation and the limits of AI.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Evaluate labelled fictional cases before considering any service trial.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AFBBCACA-679A-4FDA-8B14-FC629B5A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438400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Then: validate access and economics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12129BAA-D20C-4B58-9F5C-22836490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81300"/>
            <a:ext cx="8420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Explore campus counselling and nonprofit pilots. Measure out-of-pocket cost,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time to an appropriate group, attendance, comfort and therapist preparation time.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DAF61A0A-FBAA-4960-A178-94F48A9F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55282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Grow only after the foundations are tested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F76129F7-9F62-4E67-AD4E-43A3D11F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95725"/>
            <a:ext cx="8420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Validate sustainable pricing, accessibility and language support. Add paid sessions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stronger operational governance only after professional and user review.</a:t>
            </a:r>
          </a:p>
        </p:txBody>
      </p:sp>
    </p:spTree>
    <p:extLst>
      <p:ext uri="{BB962C8B-B14F-4D97-AF65-F5344CB8AC3E}">
        <p14:creationId xmlns:p14="http://schemas.microsoft.com/office/powerpoint/2010/main" val="206753436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0" name="Google Shape;156;p2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c08e88d3774afa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1" name="Google Shape;157;p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05c71e04c94e8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39E144E6-D930-42DD-A210-E7CDEF42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0F3AEC77-E940-4729-97E6-DECBDFBE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943023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E4DCE3C0-A6D3-40BE-8EF1-C9E3286F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E778A13B-38C7-420D-AD35-F4210BA8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14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4AC5C718-D8A7-44FD-8334-506D83E8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811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GitHub Public Repository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DD8FD0F7-509B-478F-8A7E-6A8FCA0D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771650"/>
            <a:ext cx="828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0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  <a:hlinkClick xmlns:r="http://schemas.openxmlformats.org/officeDocument/2006/relationships" r:id="R06e51a98672f4310"/>
              </a:rPr>
              <a:t>github.com/TheAverageGatsby13/project-irene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B434EFEA-DCB8-4F05-B648-F030D0B1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5336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Demo Video Link (3 Minutes)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7DE30265-FF1D-48DA-9F6D-5099FADD7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924175"/>
            <a:ext cx="8420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Indian English demo prepared · public upload link pending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34797328-D11C-4F96-9135-8E8731A8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68617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Final Product Link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B9C41F97-2B41-45E8-B07C-D57E4295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076700"/>
            <a:ext cx="828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0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  <a:hlinkClick xmlns:r="http://schemas.openxmlformats.org/officeDocument/2006/relationships" r:id="Rb6eb9302238c499d"/>
              </a:rPr>
              <a:t>project-irene-fd39e.web.app</a:t>
            </a:r>
          </a:p>
        </p:txBody>
      </p:sp>
    </p:spTree>
    <p:extLst>
      <p:ext uri="{BB962C8B-B14F-4D97-AF65-F5344CB8AC3E}">
        <p14:creationId xmlns:p14="http://schemas.microsoft.com/office/powerpoint/2010/main" val="13815092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5" name="Google Shape;164;p2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f2b3f7b8b644aa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6" name="Google Shape;165;p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e660f811504c5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896B3B6B-22CA-4A87-BDFB-EFFC78AF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B7210DF9-B397-4041-A341-76BB6D83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A99CE310-D36F-4E73-94EB-31DC4E24A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15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4B938E37-97E5-4C21-A19F-CBF98802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781050"/>
            <a:ext cx="842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Why this belongs in Sustainability &amp; Social Impact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0CCB9745-77EC-45AB-A53B-DA5D58C8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590675"/>
            <a:ext cx="8420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8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The first step towards support should not</a:t>
            </a:r>
          </a:p>
          <a:p xmlns:a="http://schemas.openxmlformats.org/drawingml/2006/main">
            <a:pPr>
              <a:defRPr sz="28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8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feel out of reach.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2E24DBC6-B29C-4F9F-B1BE-E419ED6D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33675"/>
            <a:ext cx="84201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For someone worried about the fee.</a:t>
            </a:r>
          </a:p>
          <a:p xmlns:a="http://schemas.openxmlformats.org/drawingml/2006/main">
            <a:pPr>
              <a:def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For someone protecting their parents from worry.</a:t>
            </a:r>
          </a:p>
          <a:p xmlns:a="http://schemas.openxmlformats.org/drawingml/2006/main">
            <a:pPr>
              <a:def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For someone who wants to speak, but needs to begin privately.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2743CF8E-F660-43C6-9B7C-EB88156B0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076700"/>
            <a:ext cx="842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Our intended impact: a lower financial barrier, more choice over disclosure,</a:t>
            </a:r>
          </a:p>
          <a:p xmlns:a="http://schemas.openxmlformats.org/drawingml/2006/main">
            <a:pPr>
              <a:def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a path into professionally guided community.</a:t>
            </a:r>
          </a:p>
        </p:txBody>
      </p:sp>
    </p:spTree>
    <p:extLst>
      <p:ext uri="{BB962C8B-B14F-4D97-AF65-F5344CB8AC3E}">
        <p14:creationId xmlns:p14="http://schemas.microsoft.com/office/powerpoint/2010/main" val="181523666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Google Shape;171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f130caa1024ca7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" name="Google Shape;172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b75e6621c34fa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1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424670088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2026-10-11T19:34:08.9830000Z</dcterms:created>
  <dcterms:modified xsi:type="dcterms:W3CDTF">2026-10-11T19:34:08.9830000Z</dcterms:modified>
</coreProperties>
</file>